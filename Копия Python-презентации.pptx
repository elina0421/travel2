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slide" Target="/ppt/slides/slide20.xml"/><Relationship Id="rId4" Type="http://schemas.openxmlformats.org/officeDocument/2006/relationships/slide" Target="/ppt/slides/slide4.xml"/><Relationship Id="rId5" Type="http://schemas.openxmlformats.org/officeDocument/2006/relationships/slide" Target="/ppt/slides/slide1.xml"/><Relationship Id="rId6" Type="http://schemas.openxmlformats.org/officeDocument/2006/relationships/slide" Target="/ppt/slides/slide18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319292" y="262625"/>
            <a:ext cx="5747740" cy="642392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745287" y="1765301"/>
            <a:ext cx="469842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проекта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715920" y="5841727"/>
            <a:ext cx="503509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Центр цифрового образования детей «IT-Куб.Красноярск»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2026 год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843949" y="3936187"/>
            <a:ext cx="4698426" cy="1268399"/>
          </a:xfrm>
          <a:prstGeom prst="roundRect">
            <a:avLst>
              <a:gd fmla="val 48874" name="adj"/>
            </a:avLst>
          </a:prstGeom>
          <a:solidFill>
            <a:srgbClr val="A62B21"/>
          </a:solidFill>
          <a:ln cap="flat" cmpd="sng" w="12700">
            <a:solidFill>
              <a:srgbClr val="26262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 rot="-226788">
            <a:off x="6954352" y="4025300"/>
            <a:ext cx="1105291" cy="1090174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094375" y="4332100"/>
            <a:ext cx="272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Имя Фамилия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Крапоткина Элина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462980" y="7728155"/>
            <a:ext cx="379123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Вставить фото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Нажать на изображение 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вкладка «Формат фигуры» 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Заливка – Рисунок или градиент –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Источник изображения - Вставить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270" y="262625"/>
            <a:ext cx="6904522" cy="529166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2704541" y="2762438"/>
            <a:ext cx="351079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73588"/>
                </a:solidFill>
                <a:latin typeface="Calibri"/>
                <a:ea typeface="Calibri"/>
                <a:cs typeface="Calibri"/>
                <a:sym typeface="Calibri"/>
              </a:rPr>
              <a:t>Итоговый проект по направлению</a:t>
            </a:r>
            <a:endParaRPr b="1" sz="2400">
              <a:solidFill>
                <a:srgbClr val="3735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rgbClr val="373588"/>
                </a:solidFill>
                <a:latin typeface="Calibri"/>
                <a:ea typeface="Calibri"/>
                <a:cs typeface="Calibri"/>
                <a:sym typeface="Calibri"/>
              </a:rPr>
              <a:t> «Программирование на языке python»</a:t>
            </a:r>
            <a:endParaRPr b="1" sz="2400">
              <a:solidFill>
                <a:srgbClr val="3735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 rot="5400000">
            <a:off x="-1208072" y="490407"/>
            <a:ext cx="8555264" cy="5897888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110152" y="2120972"/>
            <a:ext cx="543862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Расскажите почему выбрали именно эту тему, что вас вдохновило. Опишите влияние окружающей среды, культуры и личного опыта на выбор темы.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Опишите сюжетную линию и героев, чью историю вы хотите использовать в своём проекте.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38947" y="788559"/>
            <a:ext cx="10798626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*с помощью QR–кода можно сделать ссылку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Интернет на материалы статьи, исследования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данной области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0420350" y="486660"/>
            <a:ext cx="1308214" cy="1285127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326813" y="907826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52039" y="694480"/>
            <a:ext cx="5161286" cy="405908"/>
          </a:xfrm>
          <a:prstGeom prst="roundRect">
            <a:avLst>
              <a:gd fmla="val 50000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Мотивация и источники вдохновения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4"/>
          <p:cNvGrpSpPr/>
          <p:nvPr/>
        </p:nvGrpSpPr>
        <p:grpSpPr>
          <a:xfrm>
            <a:off x="10157238" y="1780231"/>
            <a:ext cx="216344" cy="216344"/>
            <a:chOff x="4794103" y="1588576"/>
            <a:chExt cx="1242488" cy="1242488"/>
          </a:xfrm>
        </p:grpSpPr>
        <p:sp>
          <p:nvSpPr>
            <p:cNvPr id="108" name="Google Shape;108;p14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" name="Google Shape;109;p14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0" name="Google Shape;110;p14"/>
          <p:cNvSpPr/>
          <p:nvPr/>
        </p:nvSpPr>
        <p:spPr>
          <a:xfrm>
            <a:off x="1300953" y="3097044"/>
            <a:ext cx="334494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Место для фото, картинок, графиков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/>
        </p:nvSpPr>
        <p:spPr>
          <a:xfrm>
            <a:off x="658271" y="2160864"/>
            <a:ext cx="1079862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Расскажите кратко о своей идее, жанре, персонажах и сюжете. Опишите основную механику: как проект будет способствовать достижению ожидаемых результатов и закрывать потребности пользователей.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838947" y="788559"/>
            <a:ext cx="10798626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*с помощью QR–кода можно сделать ссылку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Интернет на материалы статьи, исследования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данной области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10420350" y="486660"/>
            <a:ext cx="1308214" cy="1285127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0326813" y="907826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52039" y="694480"/>
            <a:ext cx="2007899" cy="405908"/>
          </a:xfrm>
          <a:prstGeom prst="roundRect">
            <a:avLst>
              <a:gd fmla="val 50000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Концепт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5"/>
          <p:cNvGrpSpPr/>
          <p:nvPr/>
        </p:nvGrpSpPr>
        <p:grpSpPr>
          <a:xfrm>
            <a:off x="10157238" y="1780231"/>
            <a:ext cx="216344" cy="216344"/>
            <a:chOff x="4794103" y="1588576"/>
            <a:chExt cx="1242488" cy="1242488"/>
          </a:xfrm>
        </p:grpSpPr>
        <p:sp>
          <p:nvSpPr>
            <p:cNvPr id="121" name="Google Shape;121;p15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2" name="Google Shape;122;p15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3" name="Google Shape;123;p15"/>
          <p:cNvSpPr/>
          <p:nvPr/>
        </p:nvSpPr>
        <p:spPr>
          <a:xfrm>
            <a:off x="4320067" y="3266335"/>
            <a:ext cx="3688940" cy="4912053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09532" y="4120902"/>
            <a:ext cx="3688940" cy="4912053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260118" y="4237003"/>
            <a:ext cx="3688940" cy="4912053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08000" y="4447478"/>
            <a:ext cx="35904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технические характеристики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886085" y="4447478"/>
            <a:ext cx="2570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ограничения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84508" y="4877147"/>
            <a:ext cx="3136534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Например, перечислите поддерживаемые платформы и устройства, языки программирования, требования к базе данных и хранению данных если это цифровой проект.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4596270" y="4229283"/>
            <a:ext cx="31365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Место для фото, картинок, графиков.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423169" y="4877147"/>
            <a:ext cx="313653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Что может повлиять на реализацию проекта? Рассмотрите технические, технологические, временные и ресурсные ограничения.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7662530" y="3820650"/>
            <a:ext cx="3602889" cy="2627188"/>
          </a:xfrm>
          <a:prstGeom prst="rect">
            <a:avLst/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62025" y="561121"/>
            <a:ext cx="1586948" cy="184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Название аналога 1</a:t>
            </a:r>
            <a:endParaRPr b="0" i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2503367" y="1897732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напишите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основные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измеримые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плюсы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 flipH="1" rot="10800000">
            <a:off x="5689771" y="811834"/>
            <a:ext cx="145126" cy="145126"/>
            <a:chOff x="4794103" y="1588576"/>
            <a:chExt cx="1242488" cy="1242488"/>
          </a:xfrm>
        </p:grpSpPr>
        <p:sp>
          <p:nvSpPr>
            <p:cNvPr id="139" name="Google Shape;139;p16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0" name="Google Shape;140;p16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41" name="Google Shape;141;p16"/>
          <p:cNvGrpSpPr/>
          <p:nvPr/>
        </p:nvGrpSpPr>
        <p:grpSpPr>
          <a:xfrm>
            <a:off x="2273237" y="1127226"/>
            <a:ext cx="9525213" cy="5426752"/>
            <a:chOff x="2256043" y="1410384"/>
            <a:chExt cx="7701130" cy="4266482"/>
          </a:xfrm>
        </p:grpSpPr>
        <p:cxnSp>
          <p:nvCxnSpPr>
            <p:cNvPr id="142" name="Google Shape;142;p16"/>
            <p:cNvCxnSpPr/>
            <p:nvPr/>
          </p:nvCxnSpPr>
          <p:spPr>
            <a:xfrm>
              <a:off x="6093386" y="1410384"/>
              <a:ext cx="0" cy="42664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6"/>
            <p:cNvCxnSpPr/>
            <p:nvPr/>
          </p:nvCxnSpPr>
          <p:spPr>
            <a:xfrm>
              <a:off x="4174490" y="1410384"/>
              <a:ext cx="0" cy="42664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6"/>
            <p:cNvCxnSpPr/>
            <p:nvPr/>
          </p:nvCxnSpPr>
          <p:spPr>
            <a:xfrm>
              <a:off x="2256043" y="1410384"/>
              <a:ext cx="0" cy="42664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16"/>
            <p:cNvCxnSpPr/>
            <p:nvPr/>
          </p:nvCxnSpPr>
          <p:spPr>
            <a:xfrm>
              <a:off x="9957173" y="1410384"/>
              <a:ext cx="0" cy="42664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6" name="Google Shape;146;p16"/>
          <p:cNvSpPr txBox="1"/>
          <p:nvPr/>
        </p:nvSpPr>
        <p:spPr>
          <a:xfrm>
            <a:off x="2394242" y="1835581"/>
            <a:ext cx="1639488" cy="140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16"/>
          <p:cNvGrpSpPr/>
          <p:nvPr/>
        </p:nvGrpSpPr>
        <p:grpSpPr>
          <a:xfrm>
            <a:off x="3300292" y="785253"/>
            <a:ext cx="145126" cy="145126"/>
            <a:chOff x="4794103" y="1588576"/>
            <a:chExt cx="1242488" cy="1242488"/>
          </a:xfrm>
        </p:grpSpPr>
        <p:sp>
          <p:nvSpPr>
            <p:cNvPr id="148" name="Google Shape;148;p16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9" name="Google Shape;149;p16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50" name="Google Shape;150;p16"/>
          <p:cNvCxnSpPr/>
          <p:nvPr/>
        </p:nvCxnSpPr>
        <p:spPr>
          <a:xfrm rot="10800000">
            <a:off x="332589" y="3698119"/>
            <a:ext cx="11465861" cy="473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16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62B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>
            <a:hlinkClick action="ppaction://hlinkshowjump?jump=firstslide"/>
          </p:cNvPr>
          <p:cNvSpPr/>
          <p:nvPr/>
        </p:nvSpPr>
        <p:spPr>
          <a:xfrm>
            <a:off x="623035" y="306559"/>
            <a:ext cx="1853465" cy="264422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Аналоги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>
            <a:off x="347868" y="676494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16"/>
          <p:cNvSpPr txBox="1"/>
          <p:nvPr/>
        </p:nvSpPr>
        <p:spPr>
          <a:xfrm>
            <a:off x="345818" y="3297007"/>
            <a:ext cx="1586948" cy="1849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Название аналога 2</a:t>
            </a:r>
            <a:endParaRPr b="0" i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689161" y="865388"/>
            <a:ext cx="3602889" cy="2627188"/>
          </a:xfrm>
          <a:prstGeom prst="rect">
            <a:avLst/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632857" y="1895047"/>
            <a:ext cx="3584378" cy="86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обязательно разместите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фото аналога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7707672" y="4816723"/>
            <a:ext cx="3584378" cy="860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обязательно разместите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фото аналога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49935" y="2103104"/>
            <a:ext cx="1308214" cy="1285127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356398" y="2524270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431992" y="4881231"/>
            <a:ext cx="1308214" cy="1285127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38455" y="5302397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2480548" y="4580930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напишите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основные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измеримые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плюсы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4871582" y="1945297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напишите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основные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измеримые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минусы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4826775" y="4516190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напишите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основные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измеримые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минусы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-1005568" y="270983"/>
            <a:ext cx="14192250" cy="2890334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96687" y="1516095"/>
            <a:ext cx="107986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Кратко сформулируйте цель вашего проекта одним предложением по технологии smart.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96688" y="640800"/>
            <a:ext cx="2551338" cy="405908"/>
          </a:xfrm>
          <a:prstGeom prst="roundRect">
            <a:avLst>
              <a:gd fmla="val 50000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Цель проекта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696687" y="3427031"/>
            <a:ext cx="2551338" cy="405908"/>
          </a:xfrm>
          <a:prstGeom prst="roundRect">
            <a:avLst>
              <a:gd fmla="val 50000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Задачи проекта</a:t>
            </a:r>
            <a:endParaRPr/>
          </a:p>
        </p:txBody>
      </p:sp>
      <p:grpSp>
        <p:nvGrpSpPr>
          <p:cNvPr id="173" name="Google Shape;173;p17"/>
          <p:cNvGrpSpPr/>
          <p:nvPr/>
        </p:nvGrpSpPr>
        <p:grpSpPr>
          <a:xfrm flipH="1" rot="10800000">
            <a:off x="113884" y="4147649"/>
            <a:ext cx="117856" cy="138977"/>
            <a:chOff x="4794103" y="1588576"/>
            <a:chExt cx="1242488" cy="1242488"/>
          </a:xfrm>
        </p:grpSpPr>
        <p:sp>
          <p:nvSpPr>
            <p:cNvPr id="174" name="Google Shape;174;p17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17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6" name="Google Shape;176;p17"/>
          <p:cNvSpPr/>
          <p:nvPr/>
        </p:nvSpPr>
        <p:spPr>
          <a:xfrm>
            <a:off x="113884" y="4163669"/>
            <a:ext cx="3350076" cy="2571373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7"/>
          <p:cNvGrpSpPr/>
          <p:nvPr/>
        </p:nvGrpSpPr>
        <p:grpSpPr>
          <a:xfrm flipH="1" rot="10800000">
            <a:off x="4095334" y="4163669"/>
            <a:ext cx="117856" cy="138977"/>
            <a:chOff x="4794103" y="1588576"/>
            <a:chExt cx="1242488" cy="1242488"/>
          </a:xfrm>
        </p:grpSpPr>
        <p:sp>
          <p:nvSpPr>
            <p:cNvPr id="178" name="Google Shape;178;p17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" name="Google Shape;179;p17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0" name="Google Shape;180;p17"/>
          <p:cNvSpPr/>
          <p:nvPr/>
        </p:nvSpPr>
        <p:spPr>
          <a:xfrm>
            <a:off x="4095334" y="4179689"/>
            <a:ext cx="3350076" cy="2571373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17"/>
          <p:cNvGrpSpPr/>
          <p:nvPr/>
        </p:nvGrpSpPr>
        <p:grpSpPr>
          <a:xfrm flipH="1" rot="10800000">
            <a:off x="8145237" y="4179689"/>
            <a:ext cx="117856" cy="138977"/>
            <a:chOff x="4794103" y="1588576"/>
            <a:chExt cx="1242488" cy="1242488"/>
          </a:xfrm>
        </p:grpSpPr>
        <p:sp>
          <p:nvSpPr>
            <p:cNvPr id="182" name="Google Shape;182;p17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3" name="Google Shape;183;p17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4" name="Google Shape;184;p17"/>
          <p:cNvSpPr/>
          <p:nvPr/>
        </p:nvSpPr>
        <p:spPr>
          <a:xfrm>
            <a:off x="8145237" y="4195709"/>
            <a:ext cx="3350076" cy="2571373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32868" y="4398002"/>
            <a:ext cx="3131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4297680" y="4398002"/>
            <a:ext cx="3147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реализация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8263093" y="4406429"/>
            <a:ext cx="32322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финализация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332868" y="5001667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напишите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этом блоке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4380993" y="5001667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напишите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этом блоке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8263093" y="4986481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напишите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-"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этом блоке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5400000">
            <a:off x="4630064" y="192024"/>
            <a:ext cx="8555264" cy="5897888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532538" y="1099629"/>
            <a:ext cx="1939806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8895729" y="3339868"/>
            <a:ext cx="1939806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55396" y="-806144"/>
            <a:ext cx="6151359" cy="2621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Предлагаемый </a:t>
            </a:r>
            <a:endParaRPr b="0" i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продукт</a:t>
            </a:r>
            <a:endParaRPr b="0" i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68887" y="1099628"/>
            <a:ext cx="5296899" cy="5666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Подробно опишите свой продукт.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Воспользуйтесь одним из предложенных планов: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Опишите процесс и результат выполненных задач (например, создания персонажей, программирования, добавления звуковых эффектов и т.д.). 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Опишите каждую систему продукта и ее функционал. Продемонстрируйте основные функции продукта.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Прикрепить фото готового изделия и подвести итоги можно на слайде 6.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Помните: меньше текста, больше схем, картинок и графиков.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Создайте столько таких слайдов, сколько нужно для полного описания решения.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18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201" name="Google Shape;201;p18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" name="Google Shape;202;p18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3" name="Google Shape;203;p18"/>
          <p:cNvSpPr txBox="1"/>
          <p:nvPr/>
        </p:nvSpPr>
        <p:spPr>
          <a:xfrm>
            <a:off x="6793133" y="1124744"/>
            <a:ext cx="1607123" cy="92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8985005" y="4269896"/>
            <a:ext cx="1607123" cy="124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ваших медиа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 rot="10800000">
            <a:off x="10397206" y="4005064"/>
            <a:ext cx="138977" cy="138977"/>
            <a:chOff x="4794103" y="1588576"/>
            <a:chExt cx="1242488" cy="1242488"/>
          </a:xfrm>
        </p:grpSpPr>
        <p:sp>
          <p:nvSpPr>
            <p:cNvPr id="206" name="Google Shape;206;p18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7" name="Google Shape;207;p18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8" name="Google Shape;208;p18"/>
          <p:cNvGrpSpPr/>
          <p:nvPr/>
        </p:nvGrpSpPr>
        <p:grpSpPr>
          <a:xfrm>
            <a:off x="6729035" y="3140968"/>
            <a:ext cx="138977" cy="138977"/>
            <a:chOff x="4794103" y="1588576"/>
            <a:chExt cx="1242488" cy="1242488"/>
          </a:xfrm>
        </p:grpSpPr>
        <p:sp>
          <p:nvSpPr>
            <p:cNvPr id="209" name="Google Shape;209;p18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0" name="Google Shape;210;p18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1" name="Google Shape;211;p18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18"/>
          <p:cNvCxnSpPr/>
          <p:nvPr/>
        </p:nvCxnSpPr>
        <p:spPr>
          <a:xfrm>
            <a:off x="978292" y="543090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5555" y="6326507"/>
            <a:ext cx="114489" cy="1166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9453735" y="1520023"/>
            <a:ext cx="1607123" cy="124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ваших медиа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698879" y="1750101"/>
            <a:ext cx="1607123" cy="124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ваших медиа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228600" y="336934"/>
            <a:ext cx="11723914" cy="707410"/>
          </a:xfrm>
          <a:prstGeom prst="roundRect">
            <a:avLst>
              <a:gd fmla="val 2288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696687" y="395827"/>
            <a:ext cx="49317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Ресурсы и экономика проекта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228600" y="5664171"/>
            <a:ext cx="5509725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Отразите в таблице стоимость программного обеспечения, расходы на проведение тестирования, на аренду помещения и амортизацию оборудования, затраты на оплату труда или оплату услуг сторонних организаций. Подведите итог стоимости вашего проекта.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414299" y="51624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9868202" y="1866886"/>
            <a:ext cx="1525967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9863596" y="2465806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9868202" y="3087055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9868202" y="3697141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868202" y="4307175"/>
            <a:ext cx="1525967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601500" y="4917213"/>
            <a:ext cx="6792669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9805478" y="1972816"/>
            <a:ext cx="15259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Стоимость, ₽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10166742" y="2553303"/>
            <a:ext cx="9196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9870856" y="3137325"/>
            <a:ext cx="1525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9870856" y="3766033"/>
            <a:ext cx="1525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9870856" y="4361322"/>
            <a:ext cx="152596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601500" y="4997499"/>
            <a:ext cx="680675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414300" y="1866886"/>
            <a:ext cx="542830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414299" y="2465806"/>
            <a:ext cx="538225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11650" y="3087055"/>
            <a:ext cx="545480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409000" y="3697141"/>
            <a:ext cx="548129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14299" y="4307175"/>
            <a:ext cx="542831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14299" y="2508572"/>
            <a:ext cx="4808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414299" y="3137325"/>
            <a:ext cx="54548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11650" y="3766033"/>
            <a:ext cx="54813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09000" y="4361322"/>
            <a:ext cx="5507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1155495" y="1866886"/>
            <a:ext cx="8210695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1158140" y="2482416"/>
            <a:ext cx="8208049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155495" y="3087055"/>
            <a:ext cx="8210693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1155496" y="3697141"/>
            <a:ext cx="8210692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1155496" y="4307175"/>
            <a:ext cx="8210692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409001" y="4917213"/>
            <a:ext cx="3942976" cy="468782"/>
          </a:xfrm>
          <a:prstGeom prst="flowChartAlternateProcess">
            <a:avLst/>
          </a:prstGeom>
          <a:solidFill>
            <a:srgbClr val="AEAB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495656" y="4956611"/>
            <a:ext cx="37528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335599" y="1895382"/>
            <a:ext cx="7207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№</a:t>
            </a:r>
            <a:r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п/п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1254679" y="1944177"/>
            <a:ext cx="79064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Наименование материалов или услуг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1403648" y="2490770"/>
            <a:ext cx="775744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1384002" y="3096380"/>
            <a:ext cx="777709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1376341" y="3720019"/>
            <a:ext cx="778475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1376340" y="4326122"/>
            <a:ext cx="778475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8375142" y="5885663"/>
            <a:ext cx="1665925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Прикрепите ссылку на смету если она была в виде QR–кода</a:t>
            </a:r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10134604" y="5542202"/>
            <a:ext cx="1308214" cy="1285127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10041067" y="5892633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grpSp>
        <p:nvGrpSpPr>
          <p:cNvPr id="262" name="Google Shape;262;p19"/>
          <p:cNvGrpSpPr/>
          <p:nvPr/>
        </p:nvGrpSpPr>
        <p:grpSpPr>
          <a:xfrm flipH="1" rot="10800000">
            <a:off x="9988851" y="5404330"/>
            <a:ext cx="216344" cy="216344"/>
            <a:chOff x="4794103" y="1588576"/>
            <a:chExt cx="1242488" cy="1242488"/>
          </a:xfrm>
        </p:grpSpPr>
        <p:sp>
          <p:nvSpPr>
            <p:cNvPr id="263" name="Google Shape;263;p19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4" name="Google Shape;264;p19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 rot="5400000">
            <a:off x="-1633488" y="162527"/>
            <a:ext cx="8555264" cy="5897888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752039" y="694480"/>
            <a:ext cx="2007899" cy="405908"/>
          </a:xfrm>
          <a:prstGeom prst="roundRect">
            <a:avLst>
              <a:gd fmla="val 50000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817274" y="109226"/>
            <a:ext cx="1939806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0129251" y="4062441"/>
            <a:ext cx="1939806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1231201" y="1730420"/>
            <a:ext cx="4073014" cy="2621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b="0" i="0" lang="ru-RU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b="0" i="0" lang="ru-RU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продукта</a:t>
            </a:r>
            <a:endParaRPr b="0" i="0" sz="5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373982" y="3981585"/>
            <a:ext cx="4424413" cy="265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Подведите итоги проекта, прикрепите фото/видео/сайт/приложение с готовым продуктом, напишите его сильные и слабые стороны или воспользуйтесь слайдом «Сравнение с аналогами» из приложения.</a:t>
            </a:r>
            <a:br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6441840" y="3639320"/>
            <a:ext cx="2279355" cy="1825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медиа, демонстрирующего результат работы над проектом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20"/>
          <p:cNvGrpSpPr/>
          <p:nvPr/>
        </p:nvGrpSpPr>
        <p:grpSpPr>
          <a:xfrm rot="10800000">
            <a:off x="11724560" y="4213337"/>
            <a:ext cx="138977" cy="138977"/>
            <a:chOff x="4794103" y="1588576"/>
            <a:chExt cx="1242488" cy="1242488"/>
          </a:xfrm>
        </p:grpSpPr>
        <p:sp>
          <p:nvSpPr>
            <p:cNvPr id="277" name="Google Shape;277;p20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8" name="Google Shape;278;p20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9" name="Google Shape;279;p20"/>
          <p:cNvGrpSpPr/>
          <p:nvPr/>
        </p:nvGrpSpPr>
        <p:grpSpPr>
          <a:xfrm>
            <a:off x="5974567" y="2232312"/>
            <a:ext cx="138977" cy="138977"/>
            <a:chOff x="4794103" y="1588576"/>
            <a:chExt cx="1242488" cy="1242488"/>
          </a:xfrm>
        </p:grpSpPr>
        <p:sp>
          <p:nvSpPr>
            <p:cNvPr id="280" name="Google Shape;280;p20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1" name="Google Shape;281;p20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82" name="Google Shape;282;p20"/>
          <p:cNvSpPr txBox="1"/>
          <p:nvPr/>
        </p:nvSpPr>
        <p:spPr>
          <a:xfrm>
            <a:off x="6169636" y="552178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напишите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основные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измеримые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плюсы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10410174" y="4552181"/>
            <a:ext cx="1639488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напишите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основные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измеримые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минусы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/>
          <p:nvPr/>
        </p:nvSpPr>
        <p:spPr>
          <a:xfrm>
            <a:off x="343819" y="991907"/>
            <a:ext cx="4416325" cy="5392932"/>
          </a:xfrm>
          <a:prstGeom prst="roundRect">
            <a:avLst>
              <a:gd fmla="val 449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290" name="Google Shape;290;p21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1" name="Google Shape;291;p21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292" name="Google Shape;2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2109" y="6326507"/>
            <a:ext cx="114489" cy="11666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4976261" y="2406315"/>
            <a:ext cx="7294265" cy="20852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Каковы перспективы дальнейшего развития проекта?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Укажите всевозможные пути развития данного проекта и планы на будущее. Постарайтесь наиболее креативно оформить этот слайд и привлечь внимание экспертов (это может быть ментальная карта, схема или креативный рисунок).</a:t>
            </a:r>
            <a:endParaRPr/>
          </a:p>
        </p:txBody>
      </p:sp>
      <p:grpSp>
        <p:nvGrpSpPr>
          <p:cNvPr id="294" name="Google Shape;294;p21"/>
          <p:cNvGrpSpPr/>
          <p:nvPr/>
        </p:nvGrpSpPr>
        <p:grpSpPr>
          <a:xfrm rot="5400000">
            <a:off x="7325471" y="1293382"/>
            <a:ext cx="138977" cy="138977"/>
            <a:chOff x="4794103" y="1588576"/>
            <a:chExt cx="1242488" cy="1242488"/>
          </a:xfrm>
        </p:grpSpPr>
        <p:sp>
          <p:nvSpPr>
            <p:cNvPr id="295" name="Google Shape;295;p21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6" name="Google Shape;296;p21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97" name="Google Shape;297;p21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>
            <a:hlinkClick action="ppaction://hlinkshowjump?jump=firstslide"/>
          </p:cNvPr>
          <p:cNvSpPr/>
          <p:nvPr/>
        </p:nvSpPr>
        <p:spPr>
          <a:xfrm>
            <a:off x="605779" y="296862"/>
            <a:ext cx="2743813" cy="297607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Перспективы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>
            <a:off x="460682" y="682639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21"/>
          <p:cNvSpPr/>
          <p:nvPr/>
        </p:nvSpPr>
        <p:spPr>
          <a:xfrm>
            <a:off x="1414769" y="2683696"/>
            <a:ext cx="2703871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медиа, демонстрирующего перспективы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"/>
          <p:cNvSpPr/>
          <p:nvPr/>
        </p:nvSpPr>
        <p:spPr>
          <a:xfrm>
            <a:off x="380489" y="359111"/>
            <a:ext cx="5301341" cy="6139777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459147" y="1634730"/>
            <a:ext cx="469842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Контакты лидера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459147" y="2050228"/>
            <a:ext cx="23656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+7 999 000 00 00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mailto@mailto.com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993524" y="-367540"/>
            <a:ext cx="6151359" cy="2621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Команда  </a:t>
            </a:r>
            <a:endParaRPr b="0" i="0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проекта</a:t>
            </a:r>
            <a:endParaRPr b="0" i="0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681947" y="735467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22"/>
          <p:cNvCxnSpPr/>
          <p:nvPr/>
        </p:nvCxnSpPr>
        <p:spPr>
          <a:xfrm>
            <a:off x="1174937" y="971010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1" name="Google Shape;311;p22"/>
          <p:cNvSpPr txBox="1"/>
          <p:nvPr/>
        </p:nvSpPr>
        <p:spPr>
          <a:xfrm>
            <a:off x="371204" y="3741346"/>
            <a:ext cx="469842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Наставник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Образовательная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организация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2931414" y="3741346"/>
            <a:ext cx="28119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Артемьев Иван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Викторович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IT-cube Красноярск</a:t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6135789" y="292494"/>
            <a:ext cx="5492793" cy="4999941"/>
          </a:xfrm>
          <a:prstGeom prst="roundRect">
            <a:avLst>
              <a:gd fmla="val 5414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143401" y="248767"/>
            <a:ext cx="5485181" cy="8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ФИО лидера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основные навыки, которые использовали в проекте, фото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 rot="-226788">
            <a:off x="7120668" y="1549724"/>
            <a:ext cx="3523035" cy="3474851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2275558" y="8525064"/>
            <a:ext cx="379123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Вставить фото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Нажать на изображение 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вкладка «Формат фигуры» 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Заливка – Рисунок или градиент –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Источник изображения - Вставить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"/>
          <p:cNvSpPr/>
          <p:nvPr/>
        </p:nvSpPr>
        <p:spPr>
          <a:xfrm>
            <a:off x="380489" y="359111"/>
            <a:ext cx="5301341" cy="6139777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459147" y="1634730"/>
            <a:ext cx="469842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Контакты лидера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 txBox="1"/>
          <p:nvPr/>
        </p:nvSpPr>
        <p:spPr>
          <a:xfrm>
            <a:off x="459147" y="2050228"/>
            <a:ext cx="23656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+7 999 000 00 00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mailto@mailto.com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993524" y="-367540"/>
            <a:ext cx="6151359" cy="2621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Команда  </a:t>
            </a:r>
            <a:endParaRPr b="0" i="0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проекта</a:t>
            </a:r>
            <a:endParaRPr b="0" i="0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681947" y="735467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23"/>
          <p:cNvCxnSpPr/>
          <p:nvPr/>
        </p:nvCxnSpPr>
        <p:spPr>
          <a:xfrm>
            <a:off x="1174937" y="971010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7" name="Google Shape;327;p23"/>
          <p:cNvSpPr txBox="1"/>
          <p:nvPr/>
        </p:nvSpPr>
        <p:spPr>
          <a:xfrm>
            <a:off x="371204" y="3741346"/>
            <a:ext cx="469842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Наставник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Образовательная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организация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2931414" y="3741346"/>
            <a:ext cx="28119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Артемьев Иван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Викторович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IT-cube Красноярск</a:t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6135789" y="3263772"/>
            <a:ext cx="2711483" cy="2616425"/>
          </a:xfrm>
          <a:prstGeom prst="roundRect">
            <a:avLst>
              <a:gd fmla="val 5414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6135789" y="292495"/>
            <a:ext cx="2711483" cy="2684470"/>
          </a:xfrm>
          <a:prstGeom prst="roundRect">
            <a:avLst>
              <a:gd fmla="val 5414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6143401" y="248767"/>
            <a:ext cx="2703871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ФИО лидера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основные навыки, которые использовали в проекте, фото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 rot="-226788">
            <a:off x="6938885" y="1705902"/>
            <a:ext cx="1105291" cy="1090174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 rot="-226788">
            <a:off x="7031789" y="4706947"/>
            <a:ext cx="1105291" cy="1090174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2275558" y="8525064"/>
            <a:ext cx="379123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Вставить фото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Нажать на изображение 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вкладка «Формат фигуры» 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Заливка – Рисунок или градиент –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Источник изображения - Вставить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6286062" y="3242755"/>
            <a:ext cx="2596744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ФИО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навыки, которые использовали в проекте, фото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9151468" y="292495"/>
            <a:ext cx="2711483" cy="2673443"/>
          </a:xfrm>
          <a:prstGeom prst="roundRect">
            <a:avLst>
              <a:gd fmla="val 5414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 rot="-226788">
            <a:off x="10048251" y="1735643"/>
            <a:ext cx="1105291" cy="1113931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9301741" y="271478"/>
            <a:ext cx="2596744" cy="161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ФИО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навыки, которые использовали в проекте, фото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73588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/>
        </p:nvSpPr>
        <p:spPr>
          <a:xfrm>
            <a:off x="3719067" y="1148799"/>
            <a:ext cx="6093607" cy="438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0" i="0" lang="ru-RU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Спасибо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0" i="0" lang="ru-RU" sz="6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 внимание</a:t>
            </a:r>
            <a:endParaRPr b="0" i="0" sz="6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24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345" name="Google Shape;345;p24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6" name="Google Shape;346;p24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47" name="Google Shape;347;p24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24"/>
          <p:cNvCxnSpPr/>
          <p:nvPr/>
        </p:nvCxnSpPr>
        <p:spPr>
          <a:xfrm flipH="1">
            <a:off x="816078" y="998267"/>
            <a:ext cx="28063" cy="215888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9" name="Google Shape;3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9229" y="168548"/>
            <a:ext cx="6904522" cy="5291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/>
        </p:nvSpPr>
        <p:spPr>
          <a:xfrm>
            <a:off x="893584" y="-790436"/>
            <a:ext cx="6093607" cy="438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ru-RU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Приложение</a:t>
            </a:r>
            <a:endParaRPr b="0" i="0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p25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356" name="Google Shape;356;p25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7" name="Google Shape;357;p25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8" name="Google Shape;358;p25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5"/>
          <p:cNvCxnSpPr/>
          <p:nvPr/>
        </p:nvCxnSpPr>
        <p:spPr>
          <a:xfrm flipH="1">
            <a:off x="791764" y="977012"/>
            <a:ext cx="28063" cy="215888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0" name="Google Shape;360;p25"/>
          <p:cNvSpPr/>
          <p:nvPr/>
        </p:nvSpPr>
        <p:spPr>
          <a:xfrm>
            <a:off x="10374892" y="3428999"/>
            <a:ext cx="1567414" cy="3138503"/>
          </a:xfrm>
          <a:custGeom>
            <a:rect b="b" l="l" r="r" t="t"/>
            <a:pathLst>
              <a:path extrusionOk="0" h="2397887" w="1197540">
                <a:moveTo>
                  <a:pt x="1197503" y="101861"/>
                </a:moveTo>
                <a:lnTo>
                  <a:pt x="1197503" y="2022831"/>
                </a:lnTo>
                <a:cubicBezTo>
                  <a:pt x="1197503" y="2049840"/>
                  <a:pt x="1186779" y="2075750"/>
                  <a:pt x="1167641" y="2094880"/>
                </a:cubicBezTo>
                <a:lnTo>
                  <a:pt x="894375" y="2368038"/>
                </a:lnTo>
                <a:cubicBezTo>
                  <a:pt x="875276" y="2387130"/>
                  <a:pt x="849355" y="2397888"/>
                  <a:pt x="822298" y="2397888"/>
                </a:cubicBezTo>
                <a:lnTo>
                  <a:pt x="101901" y="2397888"/>
                </a:lnTo>
                <a:cubicBezTo>
                  <a:pt x="45626" y="2397888"/>
                  <a:pt x="0" y="2352279"/>
                  <a:pt x="0" y="2296027"/>
                </a:cubicBezTo>
                <a:lnTo>
                  <a:pt x="0" y="375057"/>
                </a:lnTo>
                <a:cubicBezTo>
                  <a:pt x="0" y="348048"/>
                  <a:pt x="10724" y="322138"/>
                  <a:pt x="29862" y="303008"/>
                </a:cubicBezTo>
                <a:lnTo>
                  <a:pt x="303127" y="29850"/>
                </a:lnTo>
                <a:cubicBezTo>
                  <a:pt x="322227" y="10758"/>
                  <a:pt x="348147" y="0"/>
                  <a:pt x="375205" y="0"/>
                </a:cubicBezTo>
                <a:lnTo>
                  <a:pt x="1095639" y="0"/>
                </a:lnTo>
                <a:cubicBezTo>
                  <a:pt x="1151914" y="0"/>
                  <a:pt x="1197541" y="45608"/>
                  <a:pt x="1197541" y="101861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˝˝G</a:t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5517872" y="1775581"/>
            <a:ext cx="6024849" cy="4441839"/>
          </a:xfrm>
          <a:prstGeom prst="roundRect">
            <a:avLst>
              <a:gd fmla="val 4495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 txBox="1"/>
          <p:nvPr/>
        </p:nvSpPr>
        <p:spPr>
          <a:xfrm>
            <a:off x="871465" y="2384251"/>
            <a:ext cx="4341159" cy="3061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Следующие слайды вы можете использовать, если это необходимо для демонстрации проекта. Но, они </a:t>
            </a:r>
            <a:r>
              <a:rPr lang="ru-RU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 являются обязательными.</a:t>
            </a:r>
            <a:b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используете слайд, переместите его в основную часть и заполните. </a:t>
            </a:r>
            <a:b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НЕ используете – просто удалите из итоговой презентации.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" name="Google Shape;363;p25"/>
          <p:cNvGrpSpPr/>
          <p:nvPr/>
        </p:nvGrpSpPr>
        <p:grpSpPr>
          <a:xfrm>
            <a:off x="6376817" y="1456811"/>
            <a:ext cx="1100359" cy="813936"/>
            <a:chOff x="9487685" y="2756061"/>
            <a:chExt cx="1100359" cy="813936"/>
          </a:xfrm>
        </p:grpSpPr>
        <p:sp>
          <p:nvSpPr>
            <p:cNvPr id="364" name="Google Shape;364;p25"/>
            <p:cNvSpPr/>
            <p:nvPr/>
          </p:nvSpPr>
          <p:spPr>
            <a:xfrm>
              <a:off x="9487685" y="2756061"/>
              <a:ext cx="1100359" cy="813936"/>
            </a:xfrm>
            <a:prstGeom prst="roundRect">
              <a:avLst>
                <a:gd fmla="val 10674" name="adj"/>
              </a:avLst>
            </a:prstGeom>
            <a:solidFill>
              <a:srgbClr val="1E1E1E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5" name="Google Shape;365;p25"/>
            <p:cNvGrpSpPr/>
            <p:nvPr/>
          </p:nvGrpSpPr>
          <p:grpSpPr>
            <a:xfrm>
              <a:off x="10344637" y="2916413"/>
              <a:ext cx="100544" cy="100544"/>
              <a:chOff x="4794103" y="1588576"/>
              <a:chExt cx="1242488" cy="1242488"/>
            </a:xfrm>
          </p:grpSpPr>
          <p:sp>
            <p:nvSpPr>
              <p:cNvPr id="366" name="Google Shape;366;p25"/>
              <p:cNvSpPr/>
              <p:nvPr/>
            </p:nvSpPr>
            <p:spPr>
              <a:xfrm>
                <a:off x="4941308" y="1588576"/>
                <a:ext cx="1095282" cy="1099265"/>
              </a:xfrm>
              <a:custGeom>
                <a:rect b="b" l="l" r="r" t="t"/>
                <a:pathLst>
                  <a:path extrusionOk="0" h="1099265" w="1095282">
                    <a:moveTo>
                      <a:pt x="0" y="0"/>
                    </a:moveTo>
                    <a:lnTo>
                      <a:pt x="1095282" y="0"/>
                    </a:lnTo>
                    <a:lnTo>
                      <a:pt x="1095282" y="1099265"/>
                    </a:ln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" name="Google Shape;367;p25"/>
              <p:cNvCxnSpPr/>
              <p:nvPr/>
            </p:nvCxnSpPr>
            <p:spPr>
              <a:xfrm flipH="1" rot="10800000">
                <a:off x="4794103" y="1588577"/>
                <a:ext cx="1242488" cy="12424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68" name="Google Shape;368;p25"/>
            <p:cNvSpPr txBox="1"/>
            <p:nvPr/>
          </p:nvSpPr>
          <p:spPr>
            <a:xfrm>
              <a:off x="9540234" y="2855131"/>
              <a:ext cx="773741" cy="338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/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" name="Google Shape;369;p25"/>
          <p:cNvSpPr/>
          <p:nvPr/>
        </p:nvSpPr>
        <p:spPr>
          <a:xfrm>
            <a:off x="6364502" y="4626209"/>
            <a:ext cx="531540" cy="894331"/>
          </a:xfrm>
          <a:prstGeom prst="roundRect">
            <a:avLst>
              <a:gd fmla="val 2374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7191450" y="3278325"/>
            <a:ext cx="531540" cy="2242215"/>
          </a:xfrm>
          <a:prstGeom prst="roundRect">
            <a:avLst>
              <a:gd fmla="val 2374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8018397" y="3848100"/>
            <a:ext cx="531540" cy="1672440"/>
          </a:xfrm>
          <a:prstGeom prst="roundRect">
            <a:avLst>
              <a:gd fmla="val 23745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8845345" y="3278325"/>
            <a:ext cx="531540" cy="2242215"/>
          </a:xfrm>
          <a:prstGeom prst="roundRect">
            <a:avLst>
              <a:gd fmla="val 2374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9672293" y="2803239"/>
            <a:ext cx="531540" cy="2717302"/>
          </a:xfrm>
          <a:prstGeom prst="roundRect">
            <a:avLst>
              <a:gd fmla="val 2374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10499241" y="2425381"/>
            <a:ext cx="531540" cy="3095160"/>
          </a:xfrm>
          <a:prstGeom prst="roundRect">
            <a:avLst>
              <a:gd fmla="val 2374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 txBox="1"/>
          <p:nvPr/>
        </p:nvSpPr>
        <p:spPr>
          <a:xfrm>
            <a:off x="6376800" y="56366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 txBox="1"/>
          <p:nvPr/>
        </p:nvSpPr>
        <p:spPr>
          <a:xfrm>
            <a:off x="7201288" y="56366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8025776" y="56366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8850264" y="56366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9674752" y="56366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10499241" y="56366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6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5525968" y="4832007"/>
            <a:ext cx="549119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/>
          </a:p>
        </p:txBody>
      </p:sp>
      <p:sp>
        <p:nvSpPr>
          <p:cNvPr id="382" name="Google Shape;382;p25"/>
          <p:cNvSpPr txBox="1"/>
          <p:nvPr/>
        </p:nvSpPr>
        <p:spPr>
          <a:xfrm>
            <a:off x="5569510" y="2747175"/>
            <a:ext cx="549119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5525968" y="3689007"/>
            <a:ext cx="549119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5525968" y="2425380"/>
            <a:ext cx="549119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sp>
        <p:nvSpPr>
          <p:cNvPr id="385" name="Google Shape;385;p25"/>
          <p:cNvSpPr txBox="1"/>
          <p:nvPr/>
        </p:nvSpPr>
        <p:spPr>
          <a:xfrm>
            <a:off x="6376800" y="4328579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7201288" y="3046437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8025776" y="3580555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305</a:t>
            </a:r>
            <a:endParaRPr/>
          </a:p>
        </p:txBody>
      </p:sp>
      <p:sp>
        <p:nvSpPr>
          <p:cNvPr id="388" name="Google Shape;388;p25"/>
          <p:cNvSpPr txBox="1"/>
          <p:nvPr/>
        </p:nvSpPr>
        <p:spPr>
          <a:xfrm>
            <a:off x="8850264" y="3008515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39%</a:t>
            </a:r>
            <a:endParaRPr/>
          </a:p>
        </p:txBody>
      </p:sp>
      <p:sp>
        <p:nvSpPr>
          <p:cNvPr id="389" name="Google Shape;389;p25"/>
          <p:cNvSpPr txBox="1"/>
          <p:nvPr/>
        </p:nvSpPr>
        <p:spPr>
          <a:xfrm>
            <a:off x="9674752" y="2537977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10499241" y="2120790"/>
            <a:ext cx="519241" cy="263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ru-RU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/>
          </a:p>
        </p:txBody>
      </p:sp>
      <p:cxnSp>
        <p:nvCxnSpPr>
          <p:cNvPr id="391" name="Google Shape;391;p25"/>
          <p:cNvCxnSpPr/>
          <p:nvPr/>
        </p:nvCxnSpPr>
        <p:spPr>
          <a:xfrm>
            <a:off x="6109007" y="2120790"/>
            <a:ext cx="0" cy="34187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2" name="Google Shape;392;p25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25"/>
          <p:cNvCxnSpPr/>
          <p:nvPr/>
        </p:nvCxnSpPr>
        <p:spPr>
          <a:xfrm>
            <a:off x="805796" y="754233"/>
            <a:ext cx="2904558" cy="1926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/>
          <p:nvPr/>
        </p:nvSpPr>
        <p:spPr>
          <a:xfrm>
            <a:off x="510635" y="2160865"/>
            <a:ext cx="1094626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Расскажите почему выбранная вами тема важна и актуальна. Обоснуйте, почему именно сейчас стоит изучать эту тему, какие проблемы она решает, и какую пользу принесёт обществу. Расскажите, что вдохновило вашу команду выбрать данную тему. Кому и как вы хотите помочь.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6691311" y="788559"/>
            <a:ext cx="1094626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*с помощью QR–кода можно сделать ссылку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Интернет на материалы статьи, исследования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данной области</a:t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10402464" y="486660"/>
            <a:ext cx="1326100" cy="1147308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10306370" y="907826"/>
            <a:ext cx="15157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724587" y="694480"/>
            <a:ext cx="2035351" cy="362377"/>
          </a:xfrm>
          <a:prstGeom prst="roundRect">
            <a:avLst>
              <a:gd fmla="val 50000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26"/>
          <p:cNvGrpSpPr/>
          <p:nvPr/>
        </p:nvGrpSpPr>
        <p:grpSpPr>
          <a:xfrm>
            <a:off x="10154280" y="1780231"/>
            <a:ext cx="219302" cy="193143"/>
            <a:chOff x="4794103" y="1588576"/>
            <a:chExt cx="1242488" cy="1242488"/>
          </a:xfrm>
        </p:grpSpPr>
        <p:sp>
          <p:nvSpPr>
            <p:cNvPr id="404" name="Google Shape;404;p26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5" name="Google Shape;405;p26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6" name="Google Shape;406;p26"/>
          <p:cNvSpPr/>
          <p:nvPr/>
        </p:nvSpPr>
        <p:spPr>
          <a:xfrm>
            <a:off x="4243214" y="5245307"/>
            <a:ext cx="3739374" cy="4385277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299422" y="4751826"/>
            <a:ext cx="3739374" cy="4385277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8144136" y="4751826"/>
            <a:ext cx="3739374" cy="4385277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389557" y="5768527"/>
            <a:ext cx="35615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Дополнительное место для текста</a:t>
            </a:r>
            <a:endParaRPr/>
          </a:p>
        </p:txBody>
      </p:sp>
      <p:sp>
        <p:nvSpPr>
          <p:cNvPr id="410" name="Google Shape;410;p26"/>
          <p:cNvSpPr/>
          <p:nvPr/>
        </p:nvSpPr>
        <p:spPr>
          <a:xfrm>
            <a:off x="4419600" y="5768528"/>
            <a:ext cx="3392776" cy="307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Дополнительное место для текста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8352468" y="5768526"/>
            <a:ext cx="35615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Дополнительное место для текста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7"/>
          <p:cNvSpPr txBox="1"/>
          <p:nvPr/>
        </p:nvSpPr>
        <p:spPr>
          <a:xfrm>
            <a:off x="658271" y="2160864"/>
            <a:ext cx="107986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Опишите сложившуюся ситуацию, которую возможно решить или улучшить в рамках реализации проекта*.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 txBox="1"/>
          <p:nvPr/>
        </p:nvSpPr>
        <p:spPr>
          <a:xfrm>
            <a:off x="6838947" y="788559"/>
            <a:ext cx="10798626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*с помощью QR–кода можно сделать ссылку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Интернет на материалы статьи, исследования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в данной области</a:t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10420350" y="486660"/>
            <a:ext cx="1308214" cy="1285127"/>
          </a:xfrm>
          <a:custGeom>
            <a:rect b="b" l="l" r="r" t="t"/>
            <a:pathLst>
              <a:path extrusionOk="0" h="1337189" w="1004235">
                <a:moveTo>
                  <a:pt x="1004235" y="73148"/>
                </a:moveTo>
                <a:lnTo>
                  <a:pt x="1004235" y="1082934"/>
                </a:lnTo>
                <a:cubicBezTo>
                  <a:pt x="1004235" y="1102329"/>
                  <a:pt x="996542" y="1120929"/>
                  <a:pt x="982824" y="1134642"/>
                </a:cubicBezTo>
                <a:lnTo>
                  <a:pt x="801607" y="1315787"/>
                </a:lnTo>
                <a:cubicBezTo>
                  <a:pt x="787889" y="1329500"/>
                  <a:pt x="769282" y="1337190"/>
                  <a:pt x="749879" y="1337190"/>
                </a:cubicBezTo>
                <a:lnTo>
                  <a:pt x="73177" y="1337190"/>
                </a:lnTo>
                <a:cubicBezTo>
                  <a:pt x="32780" y="1337190"/>
                  <a:pt x="0" y="1304461"/>
                  <a:pt x="0" y="1264042"/>
                </a:cubicBezTo>
                <a:lnTo>
                  <a:pt x="0" y="254255"/>
                </a:lnTo>
                <a:cubicBezTo>
                  <a:pt x="0" y="234861"/>
                  <a:pt x="7693" y="216261"/>
                  <a:pt x="21411" y="202548"/>
                </a:cubicBezTo>
                <a:lnTo>
                  <a:pt x="202628" y="21403"/>
                </a:lnTo>
                <a:cubicBezTo>
                  <a:pt x="216346" y="7690"/>
                  <a:pt x="234953" y="0"/>
                  <a:pt x="254356" y="0"/>
                </a:cubicBezTo>
                <a:lnTo>
                  <a:pt x="931059" y="0"/>
                </a:lnTo>
                <a:cubicBezTo>
                  <a:pt x="971455" y="0"/>
                  <a:pt x="1004235" y="32729"/>
                  <a:pt x="1004235" y="73148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 txBox="1"/>
          <p:nvPr/>
        </p:nvSpPr>
        <p:spPr>
          <a:xfrm>
            <a:off x="10326813" y="907826"/>
            <a:ext cx="1495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место для 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QR–кода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752039" y="694480"/>
            <a:ext cx="2007899" cy="405908"/>
          </a:xfrm>
          <a:prstGeom prst="roundRect">
            <a:avLst>
              <a:gd fmla="val 50000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Проблема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" name="Google Shape;421;p27"/>
          <p:cNvGrpSpPr/>
          <p:nvPr/>
        </p:nvGrpSpPr>
        <p:grpSpPr>
          <a:xfrm>
            <a:off x="10157238" y="1780231"/>
            <a:ext cx="216344" cy="216344"/>
            <a:chOff x="4794103" y="1588576"/>
            <a:chExt cx="1242488" cy="1242488"/>
          </a:xfrm>
        </p:grpSpPr>
        <p:sp>
          <p:nvSpPr>
            <p:cNvPr id="422" name="Google Shape;422;p27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3" name="Google Shape;423;p27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4" name="Google Shape;424;p27"/>
          <p:cNvSpPr/>
          <p:nvPr/>
        </p:nvSpPr>
        <p:spPr>
          <a:xfrm>
            <a:off x="4500243" y="3257827"/>
            <a:ext cx="3688940" cy="4912053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409532" y="4120902"/>
            <a:ext cx="3688940" cy="4912053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8230602" y="4229283"/>
            <a:ext cx="3688940" cy="4912053"/>
          </a:xfrm>
          <a:custGeom>
            <a:rect b="b" l="l" r="r" t="t"/>
            <a:pathLst>
              <a:path extrusionOk="0" h="1337151" w="1004197">
                <a:moveTo>
                  <a:pt x="1004197" y="63715"/>
                </a:moveTo>
                <a:lnTo>
                  <a:pt x="1004197" y="1147748"/>
                </a:lnTo>
                <a:cubicBezTo>
                  <a:pt x="1004197" y="1164643"/>
                  <a:pt x="997452" y="1180894"/>
                  <a:pt x="985515" y="1192864"/>
                </a:cubicBezTo>
                <a:cubicBezTo>
                  <a:pt x="938941" y="1239457"/>
                  <a:pt x="906426" y="1271921"/>
                  <a:pt x="859852" y="1318477"/>
                </a:cubicBezTo>
                <a:cubicBezTo>
                  <a:pt x="847878" y="1330447"/>
                  <a:pt x="831658" y="1337152"/>
                  <a:pt x="814719" y="1337152"/>
                </a:cubicBezTo>
                <a:lnTo>
                  <a:pt x="63741" y="1337152"/>
                </a:lnTo>
                <a:cubicBezTo>
                  <a:pt x="28535" y="1337152"/>
                  <a:pt x="0" y="1308628"/>
                  <a:pt x="0" y="1273436"/>
                </a:cubicBezTo>
                <a:lnTo>
                  <a:pt x="0" y="189404"/>
                </a:lnTo>
                <a:cubicBezTo>
                  <a:pt x="0" y="172509"/>
                  <a:pt x="6745" y="156258"/>
                  <a:pt x="18683" y="144288"/>
                </a:cubicBezTo>
                <a:cubicBezTo>
                  <a:pt x="65256" y="97694"/>
                  <a:pt x="97771" y="65231"/>
                  <a:pt x="144344" y="18675"/>
                </a:cubicBezTo>
                <a:cubicBezTo>
                  <a:pt x="156320" y="6705"/>
                  <a:pt x="172539" y="0"/>
                  <a:pt x="189478" y="0"/>
                </a:cubicBezTo>
                <a:lnTo>
                  <a:pt x="940457" y="0"/>
                </a:lnTo>
                <a:cubicBezTo>
                  <a:pt x="975662" y="0"/>
                  <a:pt x="1004197" y="28524"/>
                  <a:pt x="1004197" y="63715"/>
                </a:cubicBezTo>
                <a:close/>
              </a:path>
            </a:pathLst>
          </a:cu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1323100" y="4371646"/>
            <a:ext cx="17424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причины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9009802" y="4447478"/>
            <a:ext cx="21153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следствие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5424998" y="3527848"/>
            <a:ext cx="18394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масштаб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584508" y="5367054"/>
            <a:ext cx="313653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Что привело к возникновению проблемы? Рассмотрите техническую, социальную, организационную составляющую.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4596270" y="4229283"/>
            <a:ext cx="313653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Это глобальная или локальная проблема? Укажите конкретное измерение, например количество времени в часах, или площадь в метрах квадратных.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8433108" y="5245307"/>
            <a:ext cx="31365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Что может произойти, если проблема не будет решена?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"/>
          <p:cNvSpPr txBox="1"/>
          <p:nvPr/>
        </p:nvSpPr>
        <p:spPr>
          <a:xfrm>
            <a:off x="696687" y="1886211"/>
            <a:ext cx="5399313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Перечислите ваши целевые группы в виде списка конкретных заинтересованных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потребителей и описания их болей, которые закрывает ваше решение.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Помните, что есть </a:t>
            </a:r>
            <a:r>
              <a:rPr lang="ru-RU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основная и косвенная целевые аудитории</a:t>
            </a: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Основная целевая аудитория — это группа людей или компаний, которые имеют прямой интерес к продукту или услуге. Например, для игры, сюжетной линией которой является прохождение уровней путем применения знаний таблицы умножения, дети школьного возраста (6–10 лет), люди, желающие улучшить свои навыки счёта.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Косвенная целевая аудитория — это группа людей или компаний, которые влияют на принятие решения о покупке или использовании продукта или услуги. Для нашего примера это родители, учителя, преподаватели математики, блогеры.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752039" y="694480"/>
            <a:ext cx="2335290" cy="405908"/>
          </a:xfrm>
          <a:prstGeom prst="roundRect">
            <a:avLst>
              <a:gd fmla="val 50000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Целевая группа</a:t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6177832" y="1100388"/>
            <a:ext cx="5755161" cy="4026423"/>
          </a:xfrm>
          <a:prstGeom prst="roundRect">
            <a:avLst>
              <a:gd fmla="val 4495" name="adj"/>
            </a:avLst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0" name="Google Shape;440;p28"/>
          <p:cNvGrpSpPr/>
          <p:nvPr/>
        </p:nvGrpSpPr>
        <p:grpSpPr>
          <a:xfrm>
            <a:off x="10332721" y="278013"/>
            <a:ext cx="1368768" cy="1297988"/>
            <a:chOff x="9636250" y="2794545"/>
            <a:chExt cx="1100359" cy="813936"/>
          </a:xfrm>
        </p:grpSpPr>
        <p:sp>
          <p:nvSpPr>
            <p:cNvPr id="441" name="Google Shape;441;p28"/>
            <p:cNvSpPr/>
            <p:nvPr/>
          </p:nvSpPr>
          <p:spPr>
            <a:xfrm>
              <a:off x="9636250" y="2794545"/>
              <a:ext cx="1100359" cy="813936"/>
            </a:xfrm>
            <a:prstGeom prst="roundRect">
              <a:avLst>
                <a:gd fmla="val 10674" name="adj"/>
              </a:avLst>
            </a:prstGeom>
            <a:solidFill>
              <a:srgbClr val="1E1E1E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" name="Google Shape;442;p28"/>
            <p:cNvGrpSpPr/>
            <p:nvPr/>
          </p:nvGrpSpPr>
          <p:grpSpPr>
            <a:xfrm>
              <a:off x="10344637" y="2916413"/>
              <a:ext cx="100544" cy="100544"/>
              <a:chOff x="4794103" y="1588576"/>
              <a:chExt cx="1242488" cy="1242488"/>
            </a:xfrm>
          </p:grpSpPr>
          <p:sp>
            <p:nvSpPr>
              <p:cNvPr id="443" name="Google Shape;443;p28"/>
              <p:cNvSpPr/>
              <p:nvPr/>
            </p:nvSpPr>
            <p:spPr>
              <a:xfrm>
                <a:off x="4941308" y="1588576"/>
                <a:ext cx="1095282" cy="1099265"/>
              </a:xfrm>
              <a:custGeom>
                <a:rect b="b" l="l" r="r" t="t"/>
                <a:pathLst>
                  <a:path extrusionOk="0" h="1099265" w="1095282">
                    <a:moveTo>
                      <a:pt x="0" y="0"/>
                    </a:moveTo>
                    <a:lnTo>
                      <a:pt x="1095282" y="0"/>
                    </a:lnTo>
                    <a:lnTo>
                      <a:pt x="1095282" y="1099265"/>
                    </a:ln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44" name="Google Shape;444;p28"/>
              <p:cNvCxnSpPr/>
              <p:nvPr/>
            </p:nvCxnSpPr>
            <p:spPr>
              <a:xfrm flipH="1" rot="10800000">
                <a:off x="4794103" y="1588577"/>
                <a:ext cx="1242488" cy="12424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45" name="Google Shape;445;p28"/>
          <p:cNvGrpSpPr/>
          <p:nvPr/>
        </p:nvGrpSpPr>
        <p:grpSpPr>
          <a:xfrm rot="5400000">
            <a:off x="6509127" y="1391083"/>
            <a:ext cx="138977" cy="138977"/>
            <a:chOff x="4794103" y="1588576"/>
            <a:chExt cx="1242488" cy="1242488"/>
          </a:xfrm>
        </p:grpSpPr>
        <p:sp>
          <p:nvSpPr>
            <p:cNvPr id="446" name="Google Shape;446;p28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" name="Google Shape;447;p28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8" name="Google Shape;448;p28"/>
          <p:cNvGrpSpPr/>
          <p:nvPr/>
        </p:nvGrpSpPr>
        <p:grpSpPr>
          <a:xfrm rot="-5400000">
            <a:off x="5625303" y="2984390"/>
            <a:ext cx="1166100" cy="258418"/>
            <a:chOff x="1349991" y="4840728"/>
            <a:chExt cx="1166100" cy="258418"/>
          </a:xfrm>
        </p:grpSpPr>
        <p:sp>
          <p:nvSpPr>
            <p:cNvPr id="449" name="Google Shape;449;p28"/>
            <p:cNvSpPr/>
            <p:nvPr/>
          </p:nvSpPr>
          <p:spPr>
            <a:xfrm>
              <a:off x="1349991" y="4840729"/>
              <a:ext cx="885177" cy="255051"/>
            </a:xfrm>
            <a:prstGeom prst="roundRect">
              <a:avLst>
                <a:gd fmla="val 50000" name="adj"/>
              </a:avLst>
            </a:prstGeom>
            <a:solidFill>
              <a:srgbClr val="3735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2257673" y="4840728"/>
              <a:ext cx="258418" cy="258418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2341714" y="4923086"/>
              <a:ext cx="90336" cy="90336"/>
            </a:xfrm>
            <a:prstGeom prst="roundRect">
              <a:avLst>
                <a:gd fmla="val 50000" name="adj"/>
              </a:avLst>
            </a:prstGeom>
            <a:solidFill>
              <a:srgbClr val="37358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28"/>
          <p:cNvSpPr/>
          <p:nvPr/>
        </p:nvSpPr>
        <p:spPr>
          <a:xfrm>
            <a:off x="7993964" y="2334823"/>
            <a:ext cx="21847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картинки, графика, схемы, если они нужны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 txBox="1"/>
          <p:nvPr/>
        </p:nvSpPr>
        <p:spPr>
          <a:xfrm>
            <a:off x="10631609" y="562431"/>
            <a:ext cx="857074" cy="939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QR –кода, если он нужен</a:t>
            </a:r>
            <a:endParaRPr b="1" i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5559" y="5126811"/>
            <a:ext cx="2643092" cy="179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"/>
          <p:cNvSpPr/>
          <p:nvPr/>
        </p:nvSpPr>
        <p:spPr>
          <a:xfrm>
            <a:off x="-1005568" y="270982"/>
            <a:ext cx="14192250" cy="3634285"/>
          </a:xfrm>
          <a:prstGeom prst="roundRect">
            <a:avLst>
              <a:gd fmla="val 91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 txBox="1"/>
          <p:nvPr/>
        </p:nvSpPr>
        <p:spPr>
          <a:xfrm>
            <a:off x="696687" y="1516095"/>
            <a:ext cx="10798626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Кратко опишите стратегию запуска и продвижения решения, его расширения и масштабирования. Рассмотрите возможность использования грантовой поддержки, рекламы и продвижения в социальных сетях. Также можно добавить конкурентные преимущества, такие как использование передовых технологий, обеспечивающих скорость, производительность, устойчивость и масштабируемость продукта или обучающий курс, чтобы сделать ваш продукт более привлекательным для потенциальных пользователей.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696688" y="640800"/>
            <a:ext cx="2551338" cy="405908"/>
          </a:xfrm>
          <a:prstGeom prst="roundRect">
            <a:avLst>
              <a:gd fmla="val 50000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Монетизация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" name="Google Shape;462;p29"/>
          <p:cNvGrpSpPr/>
          <p:nvPr/>
        </p:nvGrpSpPr>
        <p:grpSpPr>
          <a:xfrm flipH="1" rot="10800000">
            <a:off x="113884" y="4147649"/>
            <a:ext cx="117856" cy="138977"/>
            <a:chOff x="4794103" y="1588576"/>
            <a:chExt cx="1242488" cy="1242488"/>
          </a:xfrm>
        </p:grpSpPr>
        <p:sp>
          <p:nvSpPr>
            <p:cNvPr id="463" name="Google Shape;463;p29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4" name="Google Shape;464;p29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5" name="Google Shape;465;p29"/>
          <p:cNvSpPr/>
          <p:nvPr/>
        </p:nvSpPr>
        <p:spPr>
          <a:xfrm>
            <a:off x="113884" y="4163669"/>
            <a:ext cx="3350076" cy="2571373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6" name="Google Shape;466;p29"/>
          <p:cNvGrpSpPr/>
          <p:nvPr/>
        </p:nvGrpSpPr>
        <p:grpSpPr>
          <a:xfrm flipH="1" rot="10800000">
            <a:off x="4095334" y="4163669"/>
            <a:ext cx="117856" cy="138977"/>
            <a:chOff x="4794103" y="1588576"/>
            <a:chExt cx="1242488" cy="1242488"/>
          </a:xfrm>
        </p:grpSpPr>
        <p:sp>
          <p:nvSpPr>
            <p:cNvPr id="467" name="Google Shape;467;p29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8" name="Google Shape;468;p29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9" name="Google Shape;469;p29"/>
          <p:cNvSpPr/>
          <p:nvPr/>
        </p:nvSpPr>
        <p:spPr>
          <a:xfrm>
            <a:off x="4069330" y="4079684"/>
            <a:ext cx="3350076" cy="2571373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" name="Google Shape;470;p29"/>
          <p:cNvGrpSpPr/>
          <p:nvPr/>
        </p:nvGrpSpPr>
        <p:grpSpPr>
          <a:xfrm flipH="1" rot="10800000">
            <a:off x="8145237" y="4179689"/>
            <a:ext cx="117856" cy="138977"/>
            <a:chOff x="4794103" y="1588576"/>
            <a:chExt cx="1242488" cy="1242488"/>
          </a:xfrm>
        </p:grpSpPr>
        <p:sp>
          <p:nvSpPr>
            <p:cNvPr id="471" name="Google Shape;471;p29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2" name="Google Shape;472;p29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73" name="Google Shape;473;p29"/>
          <p:cNvSpPr/>
          <p:nvPr/>
        </p:nvSpPr>
        <p:spPr>
          <a:xfrm>
            <a:off x="8145237" y="4195709"/>
            <a:ext cx="3350076" cy="2571373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383507" y="4398002"/>
            <a:ext cx="29312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источники финансирования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5199546" y="4398002"/>
            <a:ext cx="1141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партнёры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8552630" y="4406429"/>
            <a:ext cx="25353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сервисы, доп. продукты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 txBox="1"/>
          <p:nvPr/>
        </p:nvSpPr>
        <p:spPr>
          <a:xfrm>
            <a:off x="113884" y="5001667"/>
            <a:ext cx="3134142" cy="164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напишите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основные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источники финансирования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создания готового продукта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4380992" y="5001667"/>
            <a:ext cx="3038413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напишите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примеры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компаний-партнеров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 txBox="1"/>
          <p:nvPr/>
        </p:nvSpPr>
        <p:spPr>
          <a:xfrm>
            <a:off x="8657718" y="4986481"/>
            <a:ext cx="2353182" cy="1442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напишите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примеры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lang="ru-R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дополнений к вашему решению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"/>
          <p:cNvSpPr/>
          <p:nvPr/>
        </p:nvSpPr>
        <p:spPr>
          <a:xfrm>
            <a:off x="228600" y="336934"/>
            <a:ext cx="11723914" cy="707410"/>
          </a:xfrm>
          <a:prstGeom prst="roundRect">
            <a:avLst>
              <a:gd fmla="val 2288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0"/>
          <p:cNvSpPr txBox="1"/>
          <p:nvPr/>
        </p:nvSpPr>
        <p:spPr>
          <a:xfrm>
            <a:off x="696687" y="395827"/>
            <a:ext cx="39296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Сравнение с аналогами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414299" y="51624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555493" y="5756527"/>
            <a:ext cx="11216184" cy="925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Используйте символы                         для обозначения наличия или отсутствия, или измеримые показатели, например количество времени в часах, или площадь в метрах квадратных.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89" name="Google Shape;489;p30"/>
          <p:cNvSpPr/>
          <p:nvPr/>
        </p:nvSpPr>
        <p:spPr>
          <a:xfrm>
            <a:off x="5150405" y="1900819"/>
            <a:ext cx="1959612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5145799" y="2499739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5150405" y="3120988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5150405" y="3731074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0"/>
          <p:cNvSpPr/>
          <p:nvPr/>
        </p:nvSpPr>
        <p:spPr>
          <a:xfrm>
            <a:off x="5150405" y="4341108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0"/>
          <p:cNvSpPr txBox="1"/>
          <p:nvPr/>
        </p:nvSpPr>
        <p:spPr>
          <a:xfrm>
            <a:off x="5231118" y="2587236"/>
            <a:ext cx="187429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 txBox="1"/>
          <p:nvPr/>
        </p:nvSpPr>
        <p:spPr>
          <a:xfrm>
            <a:off x="5153059" y="3171258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0"/>
          <p:cNvSpPr txBox="1"/>
          <p:nvPr/>
        </p:nvSpPr>
        <p:spPr>
          <a:xfrm>
            <a:off x="5153059" y="3799966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5153059" y="4395255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409001" y="1882845"/>
            <a:ext cx="4569112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411647" y="2498375"/>
            <a:ext cx="4565180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0"/>
          <p:cNvSpPr/>
          <p:nvPr/>
        </p:nvSpPr>
        <p:spPr>
          <a:xfrm>
            <a:off x="409000" y="3103014"/>
            <a:ext cx="4570527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409001" y="3713100"/>
            <a:ext cx="4570525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409001" y="4323134"/>
            <a:ext cx="4570525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0"/>
          <p:cNvSpPr txBox="1"/>
          <p:nvPr/>
        </p:nvSpPr>
        <p:spPr>
          <a:xfrm>
            <a:off x="585335" y="1925017"/>
            <a:ext cx="41498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критерий сравнения</a:t>
            </a:r>
            <a:endParaRPr/>
          </a:p>
        </p:txBody>
      </p:sp>
      <p:sp>
        <p:nvSpPr>
          <p:cNvPr id="504" name="Google Shape;504;p30"/>
          <p:cNvSpPr txBox="1"/>
          <p:nvPr/>
        </p:nvSpPr>
        <p:spPr>
          <a:xfrm>
            <a:off x="657154" y="2503701"/>
            <a:ext cx="384862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 txBox="1"/>
          <p:nvPr/>
        </p:nvSpPr>
        <p:spPr>
          <a:xfrm>
            <a:off x="637509" y="3112339"/>
            <a:ext cx="388834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629846" y="3735978"/>
            <a:ext cx="390383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 txBox="1"/>
          <p:nvPr/>
        </p:nvSpPr>
        <p:spPr>
          <a:xfrm>
            <a:off x="629846" y="4342081"/>
            <a:ext cx="390383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наименование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2 строк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0"/>
          <p:cNvSpPr txBox="1"/>
          <p:nvPr/>
        </p:nvSpPr>
        <p:spPr>
          <a:xfrm>
            <a:off x="5231118" y="1945900"/>
            <a:ext cx="17889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наше решение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7282309" y="1900819"/>
            <a:ext cx="1959612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/>
          <p:nvPr/>
        </p:nvSpPr>
        <p:spPr>
          <a:xfrm>
            <a:off x="7277703" y="2499739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7282309" y="3120988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0"/>
          <p:cNvSpPr/>
          <p:nvPr/>
        </p:nvSpPr>
        <p:spPr>
          <a:xfrm>
            <a:off x="7282309" y="3731074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0"/>
          <p:cNvSpPr/>
          <p:nvPr/>
        </p:nvSpPr>
        <p:spPr>
          <a:xfrm>
            <a:off x="7282309" y="4341108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0"/>
          <p:cNvSpPr txBox="1"/>
          <p:nvPr/>
        </p:nvSpPr>
        <p:spPr>
          <a:xfrm>
            <a:off x="7376160" y="2587236"/>
            <a:ext cx="18611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0"/>
          <p:cNvSpPr txBox="1"/>
          <p:nvPr/>
        </p:nvSpPr>
        <p:spPr>
          <a:xfrm>
            <a:off x="7284963" y="3171258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0"/>
          <p:cNvSpPr txBox="1"/>
          <p:nvPr/>
        </p:nvSpPr>
        <p:spPr>
          <a:xfrm>
            <a:off x="7284963" y="3799966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 txBox="1"/>
          <p:nvPr/>
        </p:nvSpPr>
        <p:spPr>
          <a:xfrm>
            <a:off x="7284963" y="4395255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9411564" y="1900819"/>
            <a:ext cx="1959612" cy="468782"/>
          </a:xfrm>
          <a:prstGeom prst="flowChartAlternateProcess">
            <a:avLst/>
          </a:prstGeom>
          <a:solidFill>
            <a:srgbClr val="3735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9406958" y="2499739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0"/>
          <p:cNvSpPr/>
          <p:nvPr/>
        </p:nvSpPr>
        <p:spPr>
          <a:xfrm>
            <a:off x="9411564" y="3120988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0"/>
          <p:cNvSpPr/>
          <p:nvPr/>
        </p:nvSpPr>
        <p:spPr>
          <a:xfrm>
            <a:off x="9411564" y="3731074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0"/>
          <p:cNvSpPr/>
          <p:nvPr/>
        </p:nvSpPr>
        <p:spPr>
          <a:xfrm>
            <a:off x="9411564" y="4341108"/>
            <a:ext cx="1959612" cy="468782"/>
          </a:xfrm>
          <a:prstGeom prst="flowChartAlternateProcess">
            <a:avLst/>
          </a:prstGeom>
          <a:solidFill>
            <a:srgbClr val="E3E9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0"/>
          <p:cNvSpPr txBox="1"/>
          <p:nvPr/>
        </p:nvSpPr>
        <p:spPr>
          <a:xfrm>
            <a:off x="9882398" y="2587236"/>
            <a:ext cx="118102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0"/>
          <p:cNvSpPr txBox="1"/>
          <p:nvPr/>
        </p:nvSpPr>
        <p:spPr>
          <a:xfrm>
            <a:off x="9414218" y="3171258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0"/>
          <p:cNvSpPr txBox="1"/>
          <p:nvPr/>
        </p:nvSpPr>
        <p:spPr>
          <a:xfrm>
            <a:off x="9414218" y="3799966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9414218" y="4395255"/>
            <a:ext cx="195960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0"/>
          <p:cNvSpPr txBox="1"/>
          <p:nvPr/>
        </p:nvSpPr>
        <p:spPr>
          <a:xfrm>
            <a:off x="7501784" y="1792072"/>
            <a:ext cx="152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аналога 1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9623782" y="1802731"/>
            <a:ext cx="152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название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аналога 2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125" y="5523564"/>
            <a:ext cx="575200" cy="5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6499" y="5603898"/>
            <a:ext cx="429225" cy="4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1">
            <a:hlinkClick action="ppaction://hlinksldjump" r:id="rId3"/>
          </p:cNvPr>
          <p:cNvSpPr/>
          <p:nvPr/>
        </p:nvSpPr>
        <p:spPr>
          <a:xfrm>
            <a:off x="2906829" y="3911153"/>
            <a:ext cx="3245657" cy="1908720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>
            <a:hlinkClick action="ppaction://hlinksldjump" r:id="rId4"/>
          </p:cNvPr>
          <p:cNvSpPr/>
          <p:nvPr/>
        </p:nvSpPr>
        <p:spPr>
          <a:xfrm>
            <a:off x="6440346" y="1698525"/>
            <a:ext cx="4045408" cy="1908720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1">
            <a:hlinkClick action="ppaction://hlinksldjump" r:id="rId5"/>
          </p:cNvPr>
          <p:cNvSpPr/>
          <p:nvPr/>
        </p:nvSpPr>
        <p:spPr>
          <a:xfrm>
            <a:off x="906388" y="1029859"/>
            <a:ext cx="5333462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1">
            <a:hlinkClick action="ppaction://hlinksldjump" r:id="rId6"/>
          </p:cNvPr>
          <p:cNvSpPr/>
          <p:nvPr/>
        </p:nvSpPr>
        <p:spPr>
          <a:xfrm>
            <a:off x="6452830" y="3761393"/>
            <a:ext cx="3182055" cy="2812727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9" name="Google Shape;539;p31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540" name="Google Shape;540;p31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1" name="Google Shape;541;p31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42" name="Google Shape;542;p31"/>
          <p:cNvSpPr txBox="1"/>
          <p:nvPr/>
        </p:nvSpPr>
        <p:spPr>
          <a:xfrm>
            <a:off x="4225492" y="1201888"/>
            <a:ext cx="1874374" cy="92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3" name="Google Shape;543;p31"/>
          <p:cNvGrpSpPr/>
          <p:nvPr/>
        </p:nvGrpSpPr>
        <p:grpSpPr>
          <a:xfrm rot="10800000">
            <a:off x="7974370" y="4276645"/>
            <a:ext cx="138977" cy="138977"/>
            <a:chOff x="4794103" y="1588576"/>
            <a:chExt cx="1242488" cy="1242488"/>
          </a:xfrm>
        </p:grpSpPr>
        <p:sp>
          <p:nvSpPr>
            <p:cNvPr id="544" name="Google Shape;544;p31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5" name="Google Shape;545;p31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46" name="Google Shape;546;p31"/>
          <p:cNvGrpSpPr/>
          <p:nvPr/>
        </p:nvGrpSpPr>
        <p:grpSpPr>
          <a:xfrm>
            <a:off x="4428644" y="3218112"/>
            <a:ext cx="138977" cy="138977"/>
            <a:chOff x="4794103" y="1588576"/>
            <a:chExt cx="1242488" cy="1242488"/>
          </a:xfrm>
        </p:grpSpPr>
        <p:sp>
          <p:nvSpPr>
            <p:cNvPr id="547" name="Google Shape;547;p31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8" name="Google Shape;548;p31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49" name="Google Shape;549;p31"/>
          <p:cNvSpPr txBox="1"/>
          <p:nvPr/>
        </p:nvSpPr>
        <p:spPr>
          <a:xfrm>
            <a:off x="6647080" y="2017584"/>
            <a:ext cx="2054962" cy="79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Мнение пользователя </a:t>
            </a:r>
            <a:endParaRPr b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3735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>
            <a:hlinkClick action="ppaction://hlinkshowjump?jump=firstslide"/>
          </p:cNvPr>
          <p:cNvSpPr/>
          <p:nvPr/>
        </p:nvSpPr>
        <p:spPr>
          <a:xfrm>
            <a:off x="623034" y="306559"/>
            <a:ext cx="3515829" cy="264422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Отзывы пользователей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31"/>
          <p:cNvCxnSpPr/>
          <p:nvPr/>
        </p:nvCxnSpPr>
        <p:spPr>
          <a:xfrm>
            <a:off x="838491" y="594470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31"/>
          <p:cNvSpPr txBox="1"/>
          <p:nvPr/>
        </p:nvSpPr>
        <p:spPr>
          <a:xfrm>
            <a:off x="7668143" y="3841783"/>
            <a:ext cx="1837462" cy="92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Пользователь 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1"/>
          <p:cNvSpPr txBox="1"/>
          <p:nvPr/>
        </p:nvSpPr>
        <p:spPr>
          <a:xfrm>
            <a:off x="8306602" y="1698525"/>
            <a:ext cx="1993051" cy="92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Пользователь  2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1"/>
          <p:cNvSpPr txBox="1"/>
          <p:nvPr/>
        </p:nvSpPr>
        <p:spPr>
          <a:xfrm>
            <a:off x="3975235" y="3911152"/>
            <a:ext cx="2054374" cy="92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Пользователь  3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1"/>
          <p:cNvSpPr txBox="1"/>
          <p:nvPr/>
        </p:nvSpPr>
        <p:spPr>
          <a:xfrm>
            <a:off x="2971780" y="4375756"/>
            <a:ext cx="2054962" cy="79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Мнение пользователя   </a:t>
            </a:r>
            <a:endParaRPr b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 txBox="1"/>
          <p:nvPr/>
        </p:nvSpPr>
        <p:spPr>
          <a:xfrm>
            <a:off x="1197577" y="1666875"/>
            <a:ext cx="2054962" cy="79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Мнение пользователя   </a:t>
            </a:r>
            <a:endParaRPr b="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6620552" y="4346134"/>
            <a:ext cx="2054962" cy="792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Мнение пользователя </a:t>
            </a:r>
            <a:endParaRPr b="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"/>
          <p:cNvSpPr/>
          <p:nvPr/>
        </p:nvSpPr>
        <p:spPr>
          <a:xfrm rot="5400000">
            <a:off x="4630064" y="192024"/>
            <a:ext cx="8555264" cy="5897888"/>
          </a:xfrm>
          <a:prstGeom prst="roundRect">
            <a:avLst>
              <a:gd fmla="val 9167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2"/>
          <p:cNvSpPr/>
          <p:nvPr/>
        </p:nvSpPr>
        <p:spPr>
          <a:xfrm>
            <a:off x="6532538" y="1099629"/>
            <a:ext cx="1939806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/>
          <p:nvPr/>
        </p:nvSpPr>
        <p:spPr>
          <a:xfrm>
            <a:off x="8895729" y="3339868"/>
            <a:ext cx="1939806" cy="2422415"/>
          </a:xfrm>
          <a:custGeom>
            <a:rect b="b" l="l" r="r" t="t"/>
            <a:pathLst>
              <a:path extrusionOk="0" h="1670577" w="1337754">
                <a:moveTo>
                  <a:pt x="1337755" y="73905"/>
                </a:moveTo>
                <a:lnTo>
                  <a:pt x="1337755" y="1383480"/>
                </a:lnTo>
                <a:cubicBezTo>
                  <a:pt x="1337755" y="1403102"/>
                  <a:pt x="1329948" y="1421929"/>
                  <a:pt x="1316041" y="1435831"/>
                </a:cubicBezTo>
                <a:cubicBezTo>
                  <a:pt x="1235929" y="1515873"/>
                  <a:pt x="1182989" y="1568793"/>
                  <a:pt x="1102916" y="1648872"/>
                </a:cubicBezTo>
                <a:cubicBezTo>
                  <a:pt x="1089046" y="1662736"/>
                  <a:pt x="1070174" y="1670578"/>
                  <a:pt x="1050543" y="1670578"/>
                </a:cubicBezTo>
                <a:lnTo>
                  <a:pt x="73934" y="1670578"/>
                </a:lnTo>
                <a:cubicBezTo>
                  <a:pt x="33083" y="1670578"/>
                  <a:pt x="0" y="1637508"/>
                  <a:pt x="0" y="1596673"/>
                </a:cubicBezTo>
                <a:lnTo>
                  <a:pt x="0" y="287098"/>
                </a:lnTo>
                <a:cubicBezTo>
                  <a:pt x="0" y="267476"/>
                  <a:pt x="7807" y="248649"/>
                  <a:pt x="21714" y="234747"/>
                </a:cubicBezTo>
                <a:cubicBezTo>
                  <a:pt x="101826" y="154705"/>
                  <a:pt x="154766" y="101785"/>
                  <a:pt x="234839" y="21706"/>
                </a:cubicBezTo>
                <a:cubicBezTo>
                  <a:pt x="248709" y="7841"/>
                  <a:pt x="267581" y="0"/>
                  <a:pt x="287211" y="0"/>
                </a:cubicBezTo>
                <a:lnTo>
                  <a:pt x="1263820" y="0"/>
                </a:lnTo>
                <a:cubicBezTo>
                  <a:pt x="1304672" y="0"/>
                  <a:pt x="1337755" y="33070"/>
                  <a:pt x="1337755" y="7390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2"/>
          <p:cNvSpPr txBox="1"/>
          <p:nvPr/>
        </p:nvSpPr>
        <p:spPr>
          <a:xfrm>
            <a:off x="655396" y="-806144"/>
            <a:ext cx="6151359" cy="2621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ru-R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Дополнительный пустой слайд</a:t>
            </a:r>
            <a:endParaRPr/>
          </a:p>
        </p:txBody>
      </p:sp>
      <p:sp>
        <p:nvSpPr>
          <p:cNvPr id="567" name="Google Shape;567;p32"/>
          <p:cNvSpPr txBox="1"/>
          <p:nvPr/>
        </p:nvSpPr>
        <p:spPr>
          <a:xfrm>
            <a:off x="380875" y="1589730"/>
            <a:ext cx="3948660" cy="3500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текста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8" name="Google Shape;568;p32"/>
          <p:cNvGrpSpPr/>
          <p:nvPr/>
        </p:nvGrpSpPr>
        <p:grpSpPr>
          <a:xfrm rot="5400000">
            <a:off x="11640296" y="6309000"/>
            <a:ext cx="216344" cy="216344"/>
            <a:chOff x="4794103" y="1588576"/>
            <a:chExt cx="1242488" cy="1242488"/>
          </a:xfrm>
        </p:grpSpPr>
        <p:sp>
          <p:nvSpPr>
            <p:cNvPr id="569" name="Google Shape;569;p32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0" name="Google Shape;570;p32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1" name="Google Shape;571;p32"/>
          <p:cNvSpPr txBox="1"/>
          <p:nvPr/>
        </p:nvSpPr>
        <p:spPr>
          <a:xfrm>
            <a:off x="6793133" y="1124744"/>
            <a:ext cx="1607123" cy="929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2"/>
          <p:cNvSpPr txBox="1"/>
          <p:nvPr/>
        </p:nvSpPr>
        <p:spPr>
          <a:xfrm>
            <a:off x="8985005" y="4269896"/>
            <a:ext cx="1607123" cy="124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ваших медиа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" name="Google Shape;573;p32"/>
          <p:cNvGrpSpPr/>
          <p:nvPr/>
        </p:nvGrpSpPr>
        <p:grpSpPr>
          <a:xfrm rot="10800000">
            <a:off x="10397206" y="4005064"/>
            <a:ext cx="138977" cy="138977"/>
            <a:chOff x="4794103" y="1588576"/>
            <a:chExt cx="1242488" cy="1242488"/>
          </a:xfrm>
        </p:grpSpPr>
        <p:sp>
          <p:nvSpPr>
            <p:cNvPr id="574" name="Google Shape;574;p32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5" name="Google Shape;575;p32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6" name="Google Shape;576;p32"/>
          <p:cNvGrpSpPr/>
          <p:nvPr/>
        </p:nvGrpSpPr>
        <p:grpSpPr>
          <a:xfrm>
            <a:off x="6729035" y="3140968"/>
            <a:ext cx="138977" cy="138977"/>
            <a:chOff x="4794103" y="1588576"/>
            <a:chExt cx="1242488" cy="1242488"/>
          </a:xfrm>
        </p:grpSpPr>
        <p:sp>
          <p:nvSpPr>
            <p:cNvPr id="577" name="Google Shape;577;p32"/>
            <p:cNvSpPr/>
            <p:nvPr/>
          </p:nvSpPr>
          <p:spPr>
            <a:xfrm>
              <a:off x="4941308" y="1588576"/>
              <a:ext cx="1095282" cy="1099265"/>
            </a:xfrm>
            <a:custGeom>
              <a:rect b="b" l="l" r="r" t="t"/>
              <a:pathLst>
                <a:path extrusionOk="0" h="1099265" w="1095282">
                  <a:moveTo>
                    <a:pt x="0" y="0"/>
                  </a:moveTo>
                  <a:lnTo>
                    <a:pt x="1095282" y="0"/>
                  </a:lnTo>
                  <a:lnTo>
                    <a:pt x="1095282" y="1099265"/>
                  </a:lnTo>
                </a:path>
              </a:pathLst>
            </a:custGeom>
            <a:noFill/>
            <a:ln cap="flat" cmpd="sng" w="9525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8" name="Google Shape;578;p32"/>
            <p:cNvCxnSpPr/>
            <p:nvPr/>
          </p:nvCxnSpPr>
          <p:spPr>
            <a:xfrm flipH="1" rot="10800000">
              <a:off x="4794103" y="1588577"/>
              <a:ext cx="1242488" cy="12424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9" name="Google Shape;579;p32"/>
          <p:cNvGrpSpPr/>
          <p:nvPr/>
        </p:nvGrpSpPr>
        <p:grpSpPr>
          <a:xfrm>
            <a:off x="9501122" y="2371289"/>
            <a:ext cx="1334413" cy="391109"/>
            <a:chOff x="6110350" y="4631288"/>
            <a:chExt cx="1334413" cy="391109"/>
          </a:xfrm>
        </p:grpSpPr>
        <p:sp>
          <p:nvSpPr>
            <p:cNvPr id="580" name="Google Shape;580;p32"/>
            <p:cNvSpPr/>
            <p:nvPr/>
          </p:nvSpPr>
          <p:spPr>
            <a:xfrm>
              <a:off x="6110350" y="4631288"/>
              <a:ext cx="1334413" cy="391109"/>
            </a:xfrm>
            <a:prstGeom prst="roundRect">
              <a:avLst>
                <a:gd fmla="val 16139" name="adj"/>
              </a:avLst>
            </a:prstGeom>
            <a:solidFill>
              <a:srgbClr val="1E1E1E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1" name="Google Shape;581;p32"/>
            <p:cNvGrpSpPr/>
            <p:nvPr/>
          </p:nvGrpSpPr>
          <p:grpSpPr>
            <a:xfrm>
              <a:off x="7201356" y="4791640"/>
              <a:ext cx="100544" cy="100544"/>
              <a:chOff x="4794103" y="1588576"/>
              <a:chExt cx="1242488" cy="1242488"/>
            </a:xfrm>
          </p:grpSpPr>
          <p:sp>
            <p:nvSpPr>
              <p:cNvPr id="582" name="Google Shape;582;p32"/>
              <p:cNvSpPr/>
              <p:nvPr/>
            </p:nvSpPr>
            <p:spPr>
              <a:xfrm>
                <a:off x="4941308" y="1588576"/>
                <a:ext cx="1095282" cy="1099265"/>
              </a:xfrm>
              <a:custGeom>
                <a:rect b="b" l="l" r="r" t="t"/>
                <a:pathLst>
                  <a:path extrusionOk="0" h="1099265" w="1095282">
                    <a:moveTo>
                      <a:pt x="0" y="0"/>
                    </a:moveTo>
                    <a:lnTo>
                      <a:pt x="1095282" y="0"/>
                    </a:lnTo>
                    <a:lnTo>
                      <a:pt x="1095282" y="1099265"/>
                    </a:ln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83" name="Google Shape;583;p32"/>
              <p:cNvCxnSpPr/>
              <p:nvPr/>
            </p:nvCxnSpPr>
            <p:spPr>
              <a:xfrm flipH="1" rot="10800000">
                <a:off x="4794103" y="1588577"/>
                <a:ext cx="1242488" cy="12424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584" name="Google Shape;584;p32"/>
          <p:cNvSpPr/>
          <p:nvPr/>
        </p:nvSpPr>
        <p:spPr>
          <a:xfrm>
            <a:off x="343819" y="296863"/>
            <a:ext cx="282388" cy="282388"/>
          </a:xfrm>
          <a:prstGeom prst="roundRect">
            <a:avLst>
              <a:gd fmla="val 16667" name="adj"/>
            </a:avLst>
          </a:prstGeom>
          <a:solidFill>
            <a:srgbClr val="A62B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Google Shape;585;p32"/>
          <p:cNvCxnSpPr/>
          <p:nvPr/>
        </p:nvCxnSpPr>
        <p:spPr>
          <a:xfrm>
            <a:off x="766536" y="735595"/>
            <a:ext cx="19081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86" name="Google Shape;5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5555" y="6326507"/>
            <a:ext cx="114489" cy="11666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2"/>
          <p:cNvSpPr txBox="1"/>
          <p:nvPr/>
        </p:nvSpPr>
        <p:spPr>
          <a:xfrm>
            <a:off x="9453735" y="1520023"/>
            <a:ext cx="1607123" cy="124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ваших медиа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6698879" y="1750101"/>
            <a:ext cx="1607123" cy="124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Место для ваших медиа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"/>
          <p:cNvSpPr/>
          <p:nvPr/>
        </p:nvSpPr>
        <p:spPr>
          <a:xfrm>
            <a:off x="181897" y="176505"/>
            <a:ext cx="11828206" cy="6518786"/>
          </a:xfrm>
          <a:prstGeom prst="roundRect">
            <a:avLst>
              <a:gd fmla="val 91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" name="Google Shape;594;p33"/>
          <p:cNvGrpSpPr/>
          <p:nvPr/>
        </p:nvGrpSpPr>
        <p:grpSpPr>
          <a:xfrm>
            <a:off x="2808205" y="1835343"/>
            <a:ext cx="1728878" cy="1729017"/>
            <a:chOff x="3736598" y="2170606"/>
            <a:chExt cx="404889" cy="404889"/>
          </a:xfrm>
        </p:grpSpPr>
        <p:sp>
          <p:nvSpPr>
            <p:cNvPr id="595" name="Google Shape;595;p33"/>
            <p:cNvSpPr/>
            <p:nvPr/>
          </p:nvSpPr>
          <p:spPr>
            <a:xfrm>
              <a:off x="3950281" y="2170846"/>
              <a:ext cx="191206" cy="231947"/>
            </a:xfrm>
            <a:custGeom>
              <a:rect b="b" l="l" r="r" t="t"/>
              <a:pathLst>
                <a:path extrusionOk="0" h="10652" w="8781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3737099" y="2170606"/>
              <a:ext cx="231947" cy="191446"/>
            </a:xfrm>
            <a:custGeom>
              <a:rect b="b" l="l" r="r" t="t"/>
              <a:pathLst>
                <a:path extrusionOk="0" h="8792" w="10652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3909539" y="2384027"/>
              <a:ext cx="231686" cy="191468"/>
            </a:xfrm>
            <a:custGeom>
              <a:rect b="b" l="l" r="r" t="t"/>
              <a:pathLst>
                <a:path extrusionOk="0" h="8793" w="1064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3736598" y="2343307"/>
              <a:ext cx="191707" cy="231686"/>
            </a:xfrm>
            <a:custGeom>
              <a:rect b="b" l="l" r="r" t="t"/>
              <a:pathLst>
                <a:path extrusionOk="0" h="10640" w="8804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" name="Google Shape;599;p33"/>
          <p:cNvGrpSpPr/>
          <p:nvPr/>
        </p:nvGrpSpPr>
        <p:grpSpPr>
          <a:xfrm>
            <a:off x="786129" y="1835345"/>
            <a:ext cx="1898078" cy="1674293"/>
            <a:chOff x="3161917" y="2170682"/>
            <a:chExt cx="458870" cy="404737"/>
          </a:xfrm>
        </p:grpSpPr>
        <p:sp>
          <p:nvSpPr>
            <p:cNvPr id="600" name="Google Shape;600;p33"/>
            <p:cNvSpPr/>
            <p:nvPr/>
          </p:nvSpPr>
          <p:spPr>
            <a:xfrm>
              <a:off x="3161917" y="2170682"/>
              <a:ext cx="277174" cy="291676"/>
            </a:xfrm>
            <a:custGeom>
              <a:rect b="b" l="l" r="r" t="t"/>
              <a:pathLst>
                <a:path extrusionOk="0" h="13395" w="12729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3"/>
            <p:cNvSpPr/>
            <p:nvPr/>
          </p:nvSpPr>
          <p:spPr>
            <a:xfrm>
              <a:off x="3420326" y="2170922"/>
              <a:ext cx="200461" cy="302934"/>
            </a:xfrm>
            <a:custGeom>
              <a:rect b="b" l="l" r="r" t="t"/>
              <a:pathLst>
                <a:path extrusionOk="0" h="13912" w="9206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3233645" y="2417594"/>
              <a:ext cx="344393" cy="157825"/>
            </a:xfrm>
            <a:custGeom>
              <a:rect b="b" l="l" r="r" t="t"/>
              <a:pathLst>
                <a:path extrusionOk="0" h="7248" w="15816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3" name="Google Shape;603;p33"/>
          <p:cNvGrpSpPr/>
          <p:nvPr/>
        </p:nvGrpSpPr>
        <p:grpSpPr>
          <a:xfrm>
            <a:off x="6585844" y="1835343"/>
            <a:ext cx="1835481" cy="1773263"/>
            <a:chOff x="3729467" y="2889422"/>
            <a:chExt cx="419152" cy="404977"/>
          </a:xfrm>
        </p:grpSpPr>
        <p:sp>
          <p:nvSpPr>
            <p:cNvPr id="604" name="Google Shape;604;p33"/>
            <p:cNvSpPr/>
            <p:nvPr/>
          </p:nvSpPr>
          <p:spPr>
            <a:xfrm>
              <a:off x="4014137" y="2974913"/>
              <a:ext cx="134482" cy="178707"/>
            </a:xfrm>
            <a:custGeom>
              <a:rect b="b" l="l" r="r" t="t"/>
              <a:pathLst>
                <a:path extrusionOk="0" h="8207" w="6176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3741225" y="3095375"/>
              <a:ext cx="148963" cy="173460"/>
            </a:xfrm>
            <a:custGeom>
              <a:rect b="b" l="l" r="r" t="t"/>
              <a:pathLst>
                <a:path extrusionOk="0" h="7966" w="6841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3949660" y="2889684"/>
              <a:ext cx="146219" cy="145980"/>
            </a:xfrm>
            <a:custGeom>
              <a:rect b="b" l="l" r="r" t="t"/>
              <a:pathLst>
                <a:path extrusionOk="0" h="6704" w="6715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3847947" y="3172089"/>
              <a:ext cx="167210" cy="122310"/>
            </a:xfrm>
            <a:custGeom>
              <a:rect b="b" l="l" r="r" t="t"/>
              <a:pathLst>
                <a:path extrusionOk="0" h="5617" w="7679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3"/>
            <p:cNvSpPr/>
            <p:nvPr/>
          </p:nvSpPr>
          <p:spPr>
            <a:xfrm>
              <a:off x="3974658" y="3122616"/>
              <a:ext cx="158457" cy="151206"/>
            </a:xfrm>
            <a:custGeom>
              <a:rect b="b" l="l" r="r" t="t"/>
              <a:pathLst>
                <a:path extrusionOk="0" h="6944" w="7277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3"/>
            <p:cNvSpPr/>
            <p:nvPr/>
          </p:nvSpPr>
          <p:spPr>
            <a:xfrm>
              <a:off x="3729467" y="2966660"/>
              <a:ext cx="138990" cy="158718"/>
            </a:xfrm>
            <a:custGeom>
              <a:rect b="b" l="l" r="r" t="t"/>
              <a:pathLst>
                <a:path extrusionOk="0" h="7289" w="6383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3787716" y="2889422"/>
              <a:ext cx="180449" cy="139229"/>
            </a:xfrm>
            <a:custGeom>
              <a:rect b="b" l="l" r="r" t="t"/>
              <a:pathLst>
                <a:path extrusionOk="0" h="6394" w="8287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1" name="Google Shape;611;p33"/>
          <p:cNvGrpSpPr/>
          <p:nvPr/>
        </p:nvGrpSpPr>
        <p:grpSpPr>
          <a:xfrm>
            <a:off x="4697882" y="1835343"/>
            <a:ext cx="1727163" cy="1726873"/>
            <a:chOff x="4049800" y="640400"/>
            <a:chExt cx="858900" cy="858900"/>
          </a:xfrm>
        </p:grpSpPr>
        <p:sp>
          <p:nvSpPr>
            <p:cNvPr id="612" name="Google Shape;612;p33"/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fmla="val 25000" name="adj"/>
              </a:avLst>
            </a:pr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fmla="val 7914150" name="adj1"/>
                <a:gd fmla="val 0" name="adj2"/>
                <a:gd fmla="val 25000" name="adj3"/>
              </a:avLst>
            </a:prstGeom>
            <a:solidFill>
              <a:srgbClr val="667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33"/>
          <p:cNvGrpSpPr/>
          <p:nvPr/>
        </p:nvGrpSpPr>
        <p:grpSpPr>
          <a:xfrm>
            <a:off x="8545966" y="1835342"/>
            <a:ext cx="1722723" cy="1722974"/>
            <a:chOff x="2565073" y="2075876"/>
            <a:chExt cx="672483" cy="672517"/>
          </a:xfrm>
        </p:grpSpPr>
        <p:sp>
          <p:nvSpPr>
            <p:cNvPr id="615" name="Google Shape;615;p33"/>
            <p:cNvSpPr/>
            <p:nvPr/>
          </p:nvSpPr>
          <p:spPr>
            <a:xfrm>
              <a:off x="2642193" y="2530650"/>
              <a:ext cx="419588" cy="217743"/>
            </a:xfrm>
            <a:custGeom>
              <a:rect b="b" l="l" r="r" t="t"/>
              <a:pathLst>
                <a:path extrusionOk="0" h="67780" w="130611">
                  <a:moveTo>
                    <a:pt x="28498" y="0"/>
                  </a:moveTo>
                  <a:cubicBezTo>
                    <a:pt x="24484" y="0"/>
                    <a:pt x="20456" y="1023"/>
                    <a:pt x="16802" y="3132"/>
                  </a:cubicBezTo>
                  <a:lnTo>
                    <a:pt x="16191" y="3487"/>
                  </a:lnTo>
                  <a:cubicBezTo>
                    <a:pt x="1795" y="11796"/>
                    <a:pt x="1" y="31826"/>
                    <a:pt x="12628" y="42639"/>
                  </a:cubicBezTo>
                  <a:cubicBezTo>
                    <a:pt x="28340" y="56094"/>
                    <a:pt x="48088" y="64970"/>
                    <a:pt x="69808" y="67207"/>
                  </a:cubicBezTo>
                  <a:cubicBezTo>
                    <a:pt x="70015" y="67227"/>
                    <a:pt x="70217" y="67252"/>
                    <a:pt x="70419" y="67271"/>
                  </a:cubicBezTo>
                  <a:cubicBezTo>
                    <a:pt x="70804" y="67306"/>
                    <a:pt x="71188" y="67345"/>
                    <a:pt x="71572" y="67375"/>
                  </a:cubicBezTo>
                  <a:cubicBezTo>
                    <a:pt x="72080" y="67419"/>
                    <a:pt x="72588" y="67464"/>
                    <a:pt x="73100" y="67498"/>
                  </a:cubicBezTo>
                  <a:lnTo>
                    <a:pt x="73440" y="67523"/>
                  </a:lnTo>
                  <a:cubicBezTo>
                    <a:pt x="75877" y="67694"/>
                    <a:pt x="78323" y="67780"/>
                    <a:pt x="80773" y="67780"/>
                  </a:cubicBezTo>
                  <a:cubicBezTo>
                    <a:pt x="97672" y="67780"/>
                    <a:pt x="114788" y="63683"/>
                    <a:pt x="130611" y="55083"/>
                  </a:cubicBezTo>
                  <a:lnTo>
                    <a:pt x="106348" y="13068"/>
                  </a:lnTo>
                  <a:cubicBezTo>
                    <a:pt x="98422" y="17162"/>
                    <a:pt x="89641" y="19287"/>
                    <a:pt x="80747" y="19287"/>
                  </a:cubicBezTo>
                  <a:cubicBezTo>
                    <a:pt x="79675" y="19287"/>
                    <a:pt x="78601" y="19256"/>
                    <a:pt x="77526" y="19194"/>
                  </a:cubicBezTo>
                  <a:cubicBezTo>
                    <a:pt x="77220" y="19174"/>
                    <a:pt x="76910" y="19149"/>
                    <a:pt x="76599" y="19130"/>
                  </a:cubicBezTo>
                  <a:cubicBezTo>
                    <a:pt x="76072" y="19090"/>
                    <a:pt x="75545" y="19051"/>
                    <a:pt x="75017" y="18997"/>
                  </a:cubicBezTo>
                  <a:cubicBezTo>
                    <a:pt x="74943" y="18992"/>
                    <a:pt x="74865" y="18982"/>
                    <a:pt x="74791" y="18972"/>
                  </a:cubicBezTo>
                  <a:cubicBezTo>
                    <a:pt x="73347" y="18819"/>
                    <a:pt x="71908" y="18612"/>
                    <a:pt x="70478" y="18351"/>
                  </a:cubicBezTo>
                  <a:cubicBezTo>
                    <a:pt x="70409" y="18336"/>
                    <a:pt x="70340" y="18331"/>
                    <a:pt x="70266" y="18317"/>
                  </a:cubicBezTo>
                  <a:cubicBezTo>
                    <a:pt x="60646" y="16518"/>
                    <a:pt x="51666" y="12220"/>
                    <a:pt x="44224" y="5857"/>
                  </a:cubicBezTo>
                  <a:cubicBezTo>
                    <a:pt x="39725" y="2011"/>
                    <a:pt x="34125" y="0"/>
                    <a:pt x="28498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2910083" y="2420918"/>
              <a:ext cx="327379" cy="312727"/>
            </a:xfrm>
            <a:custGeom>
              <a:rect b="b" l="l" r="r" t="t"/>
              <a:pathLst>
                <a:path extrusionOk="0" h="97347" w="101908">
                  <a:moveTo>
                    <a:pt x="53377" y="1"/>
                  </a:moveTo>
                  <a:cubicBezTo>
                    <a:pt x="52884" y="9843"/>
                    <a:pt x="49823" y="19390"/>
                    <a:pt x="44495" y="27689"/>
                  </a:cubicBezTo>
                  <a:lnTo>
                    <a:pt x="44490" y="27684"/>
                  </a:lnTo>
                  <a:cubicBezTo>
                    <a:pt x="37847" y="37980"/>
                    <a:pt x="27936" y="45964"/>
                    <a:pt x="16216" y="50163"/>
                  </a:cubicBezTo>
                  <a:cubicBezTo>
                    <a:pt x="6521" y="53638"/>
                    <a:pt x="1" y="62746"/>
                    <a:pt x="1" y="73041"/>
                  </a:cubicBezTo>
                  <a:cubicBezTo>
                    <a:pt x="1" y="86873"/>
                    <a:pt x="11336" y="97347"/>
                    <a:pt x="24173" y="97347"/>
                  </a:cubicBezTo>
                  <a:cubicBezTo>
                    <a:pt x="26820" y="97347"/>
                    <a:pt x="29530" y="96902"/>
                    <a:pt x="32219" y="95949"/>
                  </a:cubicBezTo>
                  <a:cubicBezTo>
                    <a:pt x="49306" y="89897"/>
                    <a:pt x="64347" y="79537"/>
                    <a:pt x="76048" y="66171"/>
                  </a:cubicBezTo>
                  <a:cubicBezTo>
                    <a:pt x="76329" y="65870"/>
                    <a:pt x="76609" y="65570"/>
                    <a:pt x="76881" y="65254"/>
                  </a:cubicBezTo>
                  <a:cubicBezTo>
                    <a:pt x="92548" y="46905"/>
                    <a:pt x="101267" y="23751"/>
                    <a:pt x="10190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3"/>
            <p:cNvSpPr/>
            <p:nvPr/>
          </p:nvSpPr>
          <p:spPr>
            <a:xfrm>
              <a:off x="2999034" y="2125384"/>
              <a:ext cx="238522" cy="411351"/>
            </a:xfrm>
            <a:custGeom>
              <a:rect b="b" l="l" r="r" t="t"/>
              <a:pathLst>
                <a:path extrusionOk="0" h="128047" w="74248">
                  <a:moveTo>
                    <a:pt x="24273" y="0"/>
                  </a:moveTo>
                  <a:lnTo>
                    <a:pt x="0" y="42036"/>
                  </a:lnTo>
                  <a:cubicBezTo>
                    <a:pt x="7521" y="46866"/>
                    <a:pt x="13775" y="53430"/>
                    <a:pt x="18236" y="61173"/>
                  </a:cubicBezTo>
                  <a:cubicBezTo>
                    <a:pt x="18694" y="61966"/>
                    <a:pt x="19128" y="62765"/>
                    <a:pt x="19542" y="63573"/>
                  </a:cubicBezTo>
                  <a:cubicBezTo>
                    <a:pt x="19601" y="63696"/>
                    <a:pt x="19665" y="63829"/>
                    <a:pt x="19729" y="63953"/>
                  </a:cubicBezTo>
                  <a:cubicBezTo>
                    <a:pt x="19970" y="64426"/>
                    <a:pt x="20202" y="64904"/>
                    <a:pt x="20429" y="65382"/>
                  </a:cubicBezTo>
                  <a:cubicBezTo>
                    <a:pt x="20557" y="65658"/>
                    <a:pt x="20685" y="65929"/>
                    <a:pt x="20808" y="66210"/>
                  </a:cubicBezTo>
                  <a:cubicBezTo>
                    <a:pt x="21079" y="66806"/>
                    <a:pt x="21346" y="67408"/>
                    <a:pt x="21592" y="68014"/>
                  </a:cubicBezTo>
                  <a:cubicBezTo>
                    <a:pt x="21676" y="68226"/>
                    <a:pt x="21755" y="68433"/>
                    <a:pt x="21838" y="68645"/>
                  </a:cubicBezTo>
                  <a:cubicBezTo>
                    <a:pt x="22036" y="69142"/>
                    <a:pt x="22223" y="69645"/>
                    <a:pt x="22405" y="70148"/>
                  </a:cubicBezTo>
                  <a:cubicBezTo>
                    <a:pt x="25816" y="79561"/>
                    <a:pt x="26649" y="89714"/>
                    <a:pt x="24815" y="99561"/>
                  </a:cubicBezTo>
                  <a:cubicBezTo>
                    <a:pt x="22952" y="109586"/>
                    <a:pt x="27738" y="119679"/>
                    <a:pt x="36570" y="124780"/>
                  </a:cubicBezTo>
                  <a:cubicBezTo>
                    <a:pt x="40441" y="127014"/>
                    <a:pt x="44590" y="128047"/>
                    <a:pt x="48651" y="128047"/>
                  </a:cubicBezTo>
                  <a:cubicBezTo>
                    <a:pt x="59837" y="128047"/>
                    <a:pt x="70356" y="120215"/>
                    <a:pt x="72558" y="108102"/>
                  </a:cubicBezTo>
                  <a:cubicBezTo>
                    <a:pt x="73686" y="101887"/>
                    <a:pt x="74248" y="95579"/>
                    <a:pt x="74248" y="89261"/>
                  </a:cubicBezTo>
                  <a:cubicBezTo>
                    <a:pt x="74243" y="71168"/>
                    <a:pt x="69655" y="54150"/>
                    <a:pt x="61577" y="39305"/>
                  </a:cubicBezTo>
                  <a:lnTo>
                    <a:pt x="61557" y="39315"/>
                  </a:lnTo>
                  <a:cubicBezTo>
                    <a:pt x="61123" y="38517"/>
                    <a:pt x="60680" y="37723"/>
                    <a:pt x="60222" y="36930"/>
                  </a:cubicBezTo>
                  <a:cubicBezTo>
                    <a:pt x="51178" y="21262"/>
                    <a:pt x="38694" y="8818"/>
                    <a:pt x="24273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3"/>
            <p:cNvSpPr/>
            <p:nvPr/>
          </p:nvSpPr>
          <p:spPr>
            <a:xfrm>
              <a:off x="2740849" y="2075876"/>
              <a:ext cx="419604" cy="217734"/>
            </a:xfrm>
            <a:custGeom>
              <a:rect b="b" l="l" r="r" t="t"/>
              <a:pathLst>
                <a:path extrusionOk="0" h="67777" w="130616">
                  <a:moveTo>
                    <a:pt x="49853" y="1"/>
                  </a:moveTo>
                  <a:cubicBezTo>
                    <a:pt x="32949" y="1"/>
                    <a:pt x="15828" y="4093"/>
                    <a:pt x="0" y="12696"/>
                  </a:cubicBezTo>
                  <a:lnTo>
                    <a:pt x="24263" y="54711"/>
                  </a:lnTo>
                  <a:cubicBezTo>
                    <a:pt x="32189" y="50621"/>
                    <a:pt x="40970" y="48497"/>
                    <a:pt x="49860" y="48497"/>
                  </a:cubicBezTo>
                  <a:cubicBezTo>
                    <a:pt x="50932" y="48497"/>
                    <a:pt x="52006" y="48528"/>
                    <a:pt x="53080" y="48590"/>
                  </a:cubicBezTo>
                  <a:cubicBezTo>
                    <a:pt x="53391" y="48605"/>
                    <a:pt x="53701" y="48630"/>
                    <a:pt x="54012" y="48649"/>
                  </a:cubicBezTo>
                  <a:cubicBezTo>
                    <a:pt x="54539" y="48689"/>
                    <a:pt x="55066" y="48728"/>
                    <a:pt x="55594" y="48782"/>
                  </a:cubicBezTo>
                  <a:cubicBezTo>
                    <a:pt x="55668" y="48792"/>
                    <a:pt x="55746" y="48802"/>
                    <a:pt x="55820" y="48807"/>
                  </a:cubicBezTo>
                  <a:cubicBezTo>
                    <a:pt x="57264" y="48960"/>
                    <a:pt x="58704" y="49172"/>
                    <a:pt x="60133" y="49433"/>
                  </a:cubicBezTo>
                  <a:cubicBezTo>
                    <a:pt x="60202" y="49448"/>
                    <a:pt x="60271" y="49453"/>
                    <a:pt x="60345" y="49462"/>
                  </a:cubicBezTo>
                  <a:cubicBezTo>
                    <a:pt x="69965" y="51266"/>
                    <a:pt x="78945" y="55564"/>
                    <a:pt x="86387" y="61927"/>
                  </a:cubicBezTo>
                  <a:cubicBezTo>
                    <a:pt x="90886" y="65767"/>
                    <a:pt x="96484" y="67777"/>
                    <a:pt x="102111" y="67777"/>
                  </a:cubicBezTo>
                  <a:cubicBezTo>
                    <a:pt x="106125" y="67777"/>
                    <a:pt x="110154" y="66754"/>
                    <a:pt x="113809" y="64642"/>
                  </a:cubicBezTo>
                  <a:lnTo>
                    <a:pt x="114420" y="64292"/>
                  </a:lnTo>
                  <a:cubicBezTo>
                    <a:pt x="128816" y="55983"/>
                    <a:pt x="130615" y="35958"/>
                    <a:pt x="117988" y="25140"/>
                  </a:cubicBezTo>
                  <a:cubicBezTo>
                    <a:pt x="102271" y="11685"/>
                    <a:pt x="82523" y="2809"/>
                    <a:pt x="60803" y="572"/>
                  </a:cubicBezTo>
                  <a:cubicBezTo>
                    <a:pt x="60596" y="552"/>
                    <a:pt x="60394" y="532"/>
                    <a:pt x="60192" y="513"/>
                  </a:cubicBezTo>
                  <a:cubicBezTo>
                    <a:pt x="59808" y="473"/>
                    <a:pt x="59423" y="439"/>
                    <a:pt x="59039" y="404"/>
                  </a:cubicBezTo>
                  <a:cubicBezTo>
                    <a:pt x="58531" y="360"/>
                    <a:pt x="58023" y="320"/>
                    <a:pt x="57511" y="281"/>
                  </a:cubicBezTo>
                  <a:lnTo>
                    <a:pt x="57171" y="256"/>
                  </a:lnTo>
                  <a:cubicBezTo>
                    <a:pt x="54739" y="86"/>
                    <a:pt x="52298" y="1"/>
                    <a:pt x="4985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3"/>
            <p:cNvSpPr/>
            <p:nvPr/>
          </p:nvSpPr>
          <p:spPr>
            <a:xfrm>
              <a:off x="2565167" y="2090625"/>
              <a:ext cx="327379" cy="312740"/>
            </a:xfrm>
            <a:custGeom>
              <a:rect b="b" l="l" r="r" t="t"/>
              <a:pathLst>
                <a:path extrusionOk="0" h="97351" w="101908">
                  <a:moveTo>
                    <a:pt x="77732" y="1"/>
                  </a:moveTo>
                  <a:cubicBezTo>
                    <a:pt x="75086" y="1"/>
                    <a:pt x="72377" y="446"/>
                    <a:pt x="69690" y="1397"/>
                  </a:cubicBezTo>
                  <a:cubicBezTo>
                    <a:pt x="52607" y="7449"/>
                    <a:pt x="37561" y="17814"/>
                    <a:pt x="25865" y="31175"/>
                  </a:cubicBezTo>
                  <a:cubicBezTo>
                    <a:pt x="25580" y="31476"/>
                    <a:pt x="25299" y="31776"/>
                    <a:pt x="25028" y="32097"/>
                  </a:cubicBezTo>
                  <a:cubicBezTo>
                    <a:pt x="9365" y="50441"/>
                    <a:pt x="646" y="73600"/>
                    <a:pt x="1" y="97350"/>
                  </a:cubicBezTo>
                  <a:lnTo>
                    <a:pt x="48536" y="97350"/>
                  </a:lnTo>
                  <a:cubicBezTo>
                    <a:pt x="49024" y="87503"/>
                    <a:pt x="52085" y="77956"/>
                    <a:pt x="57413" y="69662"/>
                  </a:cubicBezTo>
                  <a:lnTo>
                    <a:pt x="57418" y="69662"/>
                  </a:lnTo>
                  <a:cubicBezTo>
                    <a:pt x="64061" y="59371"/>
                    <a:pt x="73977" y="51382"/>
                    <a:pt x="85697" y="47183"/>
                  </a:cubicBezTo>
                  <a:cubicBezTo>
                    <a:pt x="95382" y="43708"/>
                    <a:pt x="101907" y="34605"/>
                    <a:pt x="101907" y="24310"/>
                  </a:cubicBezTo>
                  <a:cubicBezTo>
                    <a:pt x="101907" y="10473"/>
                    <a:pt x="90570" y="1"/>
                    <a:pt x="77732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2565073" y="2287538"/>
              <a:ext cx="218572" cy="409555"/>
            </a:xfrm>
            <a:custGeom>
              <a:rect b="b" l="l" r="r" t="t"/>
              <a:pathLst>
                <a:path extrusionOk="0" h="127488" w="68038">
                  <a:moveTo>
                    <a:pt x="25598" y="0"/>
                  </a:moveTo>
                  <a:cubicBezTo>
                    <a:pt x="14413" y="0"/>
                    <a:pt x="3897" y="7831"/>
                    <a:pt x="1695" y="19943"/>
                  </a:cubicBezTo>
                  <a:cubicBezTo>
                    <a:pt x="567" y="26163"/>
                    <a:pt x="0" y="32466"/>
                    <a:pt x="5" y="38785"/>
                  </a:cubicBezTo>
                  <a:cubicBezTo>
                    <a:pt x="5" y="56877"/>
                    <a:pt x="4598" y="73900"/>
                    <a:pt x="12676" y="88745"/>
                  </a:cubicBezTo>
                  <a:lnTo>
                    <a:pt x="12696" y="88735"/>
                  </a:lnTo>
                  <a:cubicBezTo>
                    <a:pt x="13125" y="89533"/>
                    <a:pt x="13568" y="90327"/>
                    <a:pt x="14027" y="91120"/>
                  </a:cubicBezTo>
                  <a:cubicBezTo>
                    <a:pt x="22888" y="106463"/>
                    <a:pt x="35052" y="118705"/>
                    <a:pt x="49093" y="127488"/>
                  </a:cubicBezTo>
                  <a:cubicBezTo>
                    <a:pt x="44721" y="124742"/>
                    <a:pt x="40552" y="121677"/>
                    <a:pt x="36634" y="118316"/>
                  </a:cubicBezTo>
                  <a:cubicBezTo>
                    <a:pt x="24002" y="107503"/>
                    <a:pt x="25801" y="87473"/>
                    <a:pt x="40197" y="79164"/>
                  </a:cubicBezTo>
                  <a:lnTo>
                    <a:pt x="40808" y="78809"/>
                  </a:lnTo>
                  <a:cubicBezTo>
                    <a:pt x="44459" y="76702"/>
                    <a:pt x="48483" y="75681"/>
                    <a:pt x="52492" y="75681"/>
                  </a:cubicBezTo>
                  <a:cubicBezTo>
                    <a:pt x="58042" y="75681"/>
                    <a:pt x="63566" y="77637"/>
                    <a:pt x="68038" y="81377"/>
                  </a:cubicBezTo>
                  <a:cubicBezTo>
                    <a:pt x="63238" y="77256"/>
                    <a:pt x="59172" y="72353"/>
                    <a:pt x="56017" y="66877"/>
                  </a:cubicBezTo>
                  <a:cubicBezTo>
                    <a:pt x="55559" y="66083"/>
                    <a:pt x="55120" y="65280"/>
                    <a:pt x="54706" y="64472"/>
                  </a:cubicBezTo>
                  <a:cubicBezTo>
                    <a:pt x="54647" y="64349"/>
                    <a:pt x="54583" y="64221"/>
                    <a:pt x="54519" y="64092"/>
                  </a:cubicBezTo>
                  <a:cubicBezTo>
                    <a:pt x="54278" y="63619"/>
                    <a:pt x="54046" y="63141"/>
                    <a:pt x="53824" y="62663"/>
                  </a:cubicBezTo>
                  <a:cubicBezTo>
                    <a:pt x="53691" y="62392"/>
                    <a:pt x="53568" y="62116"/>
                    <a:pt x="53440" y="61840"/>
                  </a:cubicBezTo>
                  <a:cubicBezTo>
                    <a:pt x="53169" y="61239"/>
                    <a:pt x="52907" y="60637"/>
                    <a:pt x="52656" y="60031"/>
                  </a:cubicBezTo>
                  <a:cubicBezTo>
                    <a:pt x="52572" y="59824"/>
                    <a:pt x="52493" y="59612"/>
                    <a:pt x="52410" y="59400"/>
                  </a:cubicBezTo>
                  <a:cubicBezTo>
                    <a:pt x="52217" y="58903"/>
                    <a:pt x="52025" y="58400"/>
                    <a:pt x="51843" y="57902"/>
                  </a:cubicBezTo>
                  <a:cubicBezTo>
                    <a:pt x="48437" y="48484"/>
                    <a:pt x="47604" y="38331"/>
                    <a:pt x="49433" y="28484"/>
                  </a:cubicBezTo>
                  <a:cubicBezTo>
                    <a:pt x="51301" y="18459"/>
                    <a:pt x="46515" y="8366"/>
                    <a:pt x="37683" y="3270"/>
                  </a:cubicBezTo>
                  <a:cubicBezTo>
                    <a:pt x="33811" y="1033"/>
                    <a:pt x="29660" y="0"/>
                    <a:pt x="2559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1" name="Google Shape;621;p33"/>
          <p:cNvGrpSpPr/>
          <p:nvPr/>
        </p:nvGrpSpPr>
        <p:grpSpPr>
          <a:xfrm>
            <a:off x="1001468" y="3813719"/>
            <a:ext cx="2117974" cy="989379"/>
            <a:chOff x="238125" y="1188750"/>
            <a:chExt cx="7140450" cy="3335550"/>
          </a:xfrm>
        </p:grpSpPr>
        <p:sp>
          <p:nvSpPr>
            <p:cNvPr id="622" name="Google Shape;622;p33"/>
            <p:cNvSpPr/>
            <p:nvPr/>
          </p:nvSpPr>
          <p:spPr>
            <a:xfrm>
              <a:off x="238125" y="1188750"/>
              <a:ext cx="3507025" cy="1584000"/>
            </a:xfrm>
            <a:custGeom>
              <a:rect b="b" l="l" r="r" t="t"/>
              <a:pathLst>
                <a:path extrusionOk="0" h="63360" w="140281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3"/>
            <p:cNvSpPr/>
            <p:nvPr/>
          </p:nvSpPr>
          <p:spPr>
            <a:xfrm>
              <a:off x="238125" y="2940300"/>
              <a:ext cx="3507025" cy="1584000"/>
            </a:xfrm>
            <a:custGeom>
              <a:rect b="b" l="l" r="r" t="t"/>
              <a:pathLst>
                <a:path extrusionOk="0" h="63360" w="140281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3"/>
            <p:cNvSpPr/>
            <p:nvPr/>
          </p:nvSpPr>
          <p:spPr>
            <a:xfrm>
              <a:off x="3871550" y="1188750"/>
              <a:ext cx="3507025" cy="1584000"/>
            </a:xfrm>
            <a:custGeom>
              <a:rect b="b" l="l" r="r" t="t"/>
              <a:pathLst>
                <a:path extrusionOk="0" h="63360" w="140281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3"/>
            <p:cNvSpPr/>
            <p:nvPr/>
          </p:nvSpPr>
          <p:spPr>
            <a:xfrm>
              <a:off x="3871550" y="2940300"/>
              <a:ext cx="3507025" cy="1584000"/>
            </a:xfrm>
            <a:custGeom>
              <a:rect b="b" l="l" r="r" t="t"/>
              <a:pathLst>
                <a:path extrusionOk="0" h="63360" w="140281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2842425" y="1934600"/>
              <a:ext cx="1843850" cy="1843850"/>
            </a:xfrm>
            <a:custGeom>
              <a:rect b="b" l="l" r="r" t="t"/>
              <a:pathLst>
                <a:path extrusionOk="0" h="73754" w="73754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7" name="Google Shape;627;p33"/>
          <p:cNvSpPr txBox="1"/>
          <p:nvPr/>
        </p:nvSpPr>
        <p:spPr>
          <a:xfrm>
            <a:off x="696687" y="740561"/>
            <a:ext cx="47480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Дополнительные материалы</a:t>
            </a:r>
            <a:endParaRPr/>
          </a:p>
        </p:txBody>
      </p:sp>
      <p:sp>
        <p:nvSpPr>
          <p:cNvPr id="628" name="Google Shape;628;p33"/>
          <p:cNvSpPr/>
          <p:nvPr/>
        </p:nvSpPr>
        <p:spPr>
          <a:xfrm>
            <a:off x="3465756" y="3820246"/>
            <a:ext cx="1326201" cy="1464187"/>
          </a:xfrm>
          <a:custGeom>
            <a:rect b="b" l="l" r="r" t="t"/>
            <a:pathLst>
              <a:path extrusionOk="0" h="5225" w="4733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solidFill>
            <a:srgbClr val="A5B7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/>
          <p:nvPr/>
        </p:nvSpPr>
        <p:spPr>
          <a:xfrm>
            <a:off x="172272" y="160844"/>
            <a:ext cx="11828206" cy="6518786"/>
          </a:xfrm>
          <a:prstGeom prst="roundRect">
            <a:avLst>
              <a:gd fmla="val 91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 txBox="1"/>
          <p:nvPr/>
        </p:nvSpPr>
        <p:spPr>
          <a:xfrm>
            <a:off x="696687" y="740561"/>
            <a:ext cx="47480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Дополнительные материалы</a:t>
            </a:r>
            <a:endParaRPr/>
          </a:p>
        </p:txBody>
      </p:sp>
      <p:sp>
        <p:nvSpPr>
          <p:cNvPr id="635" name="Google Shape;635;p34"/>
          <p:cNvSpPr/>
          <p:nvPr/>
        </p:nvSpPr>
        <p:spPr>
          <a:xfrm>
            <a:off x="2324718" y="2193800"/>
            <a:ext cx="367261" cy="366364"/>
          </a:xfrm>
          <a:custGeom>
            <a:rect b="b" l="l" r="r" t="t"/>
            <a:pathLst>
              <a:path extrusionOk="0" h="12666" w="12697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6" name="Google Shape;636;p34"/>
          <p:cNvGrpSpPr/>
          <p:nvPr/>
        </p:nvGrpSpPr>
        <p:grpSpPr>
          <a:xfrm>
            <a:off x="2324843" y="2636369"/>
            <a:ext cx="367261" cy="367261"/>
            <a:chOff x="-65145700" y="3727425"/>
            <a:chExt cx="317425" cy="317425"/>
          </a:xfrm>
        </p:grpSpPr>
        <p:sp>
          <p:nvSpPr>
            <p:cNvPr id="637" name="Google Shape;637;p34"/>
            <p:cNvSpPr/>
            <p:nvPr/>
          </p:nvSpPr>
          <p:spPr>
            <a:xfrm>
              <a:off x="-65145700" y="3769150"/>
              <a:ext cx="275675" cy="275700"/>
            </a:xfrm>
            <a:custGeom>
              <a:rect b="b" l="l" r="r" t="t"/>
              <a:pathLst>
                <a:path extrusionOk="0" h="11028" w="11027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-64977150" y="3727425"/>
              <a:ext cx="148875" cy="147300"/>
            </a:xfrm>
            <a:custGeom>
              <a:rect b="b" l="l" r="r" t="t"/>
              <a:pathLst>
                <a:path extrusionOk="0" h="5892" w="5955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9" name="Google Shape;639;p34"/>
          <p:cNvGrpSpPr/>
          <p:nvPr/>
        </p:nvGrpSpPr>
        <p:grpSpPr>
          <a:xfrm>
            <a:off x="2328040" y="3065284"/>
            <a:ext cx="360868" cy="367261"/>
            <a:chOff x="-65144125" y="4094450"/>
            <a:chExt cx="311900" cy="317425"/>
          </a:xfrm>
        </p:grpSpPr>
        <p:sp>
          <p:nvSpPr>
            <p:cNvPr id="640" name="Google Shape;640;p34"/>
            <p:cNvSpPr/>
            <p:nvPr/>
          </p:nvSpPr>
          <p:spPr>
            <a:xfrm>
              <a:off x="-65079550" y="4183450"/>
              <a:ext cx="185900" cy="185900"/>
            </a:xfrm>
            <a:custGeom>
              <a:rect b="b" l="l" r="r" t="t"/>
              <a:pathLst>
                <a:path extrusionOk="0" h="7436" w="7436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-65039375" y="4094450"/>
              <a:ext cx="104775" cy="19700"/>
            </a:xfrm>
            <a:custGeom>
              <a:rect b="b" l="l" r="r" t="t"/>
              <a:pathLst>
                <a:path extrusionOk="0" h="788" w="4191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-65144125" y="4121025"/>
              <a:ext cx="311900" cy="290850"/>
            </a:xfrm>
            <a:custGeom>
              <a:rect b="b" l="l" r="r" t="t"/>
              <a:pathLst>
                <a:path extrusionOk="0" h="11634" w="12476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p34"/>
          <p:cNvSpPr/>
          <p:nvPr/>
        </p:nvSpPr>
        <p:spPr>
          <a:xfrm>
            <a:off x="4532268" y="2192427"/>
            <a:ext cx="369083" cy="369112"/>
          </a:xfrm>
          <a:custGeom>
            <a:rect b="b" l="l" r="r" t="t"/>
            <a:pathLst>
              <a:path extrusionOk="0" h="12761" w="1276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4" name="Google Shape;644;p34"/>
          <p:cNvGrpSpPr/>
          <p:nvPr/>
        </p:nvGrpSpPr>
        <p:grpSpPr>
          <a:xfrm>
            <a:off x="4531609" y="2635979"/>
            <a:ext cx="370645" cy="368042"/>
            <a:chOff x="-63250675" y="3744075"/>
            <a:chExt cx="320350" cy="318100"/>
          </a:xfrm>
        </p:grpSpPr>
        <p:sp>
          <p:nvSpPr>
            <p:cNvPr id="645" name="Google Shape;645;p34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8" name="Google Shape;648;p34"/>
          <p:cNvGrpSpPr/>
          <p:nvPr/>
        </p:nvGrpSpPr>
        <p:grpSpPr>
          <a:xfrm>
            <a:off x="4533301" y="3065284"/>
            <a:ext cx="367261" cy="367261"/>
            <a:chOff x="-63250675" y="4110200"/>
            <a:chExt cx="317425" cy="317425"/>
          </a:xfrm>
        </p:grpSpPr>
        <p:sp>
          <p:nvSpPr>
            <p:cNvPr id="649" name="Google Shape;649;p34"/>
            <p:cNvSpPr/>
            <p:nvPr/>
          </p:nvSpPr>
          <p:spPr>
            <a:xfrm>
              <a:off x="-63007300" y="4153725"/>
              <a:ext cx="30725" cy="29750"/>
            </a:xfrm>
            <a:custGeom>
              <a:rect b="b" l="l" r="r" t="t"/>
              <a:pathLst>
                <a:path extrusionOk="0" h="1190" w="1229">
                  <a:moveTo>
                    <a:pt x="772" y="0"/>
                  </a:moveTo>
                  <a:cubicBezTo>
                    <a:pt x="662" y="0"/>
                    <a:pt x="552" y="39"/>
                    <a:pt x="473" y="118"/>
                  </a:cubicBezTo>
                  <a:lnTo>
                    <a:pt x="0" y="591"/>
                  </a:lnTo>
                  <a:cubicBezTo>
                    <a:pt x="252" y="780"/>
                    <a:pt x="441" y="1000"/>
                    <a:pt x="599" y="1189"/>
                  </a:cubicBezTo>
                  <a:lnTo>
                    <a:pt x="1071" y="717"/>
                  </a:lnTo>
                  <a:cubicBezTo>
                    <a:pt x="1229" y="559"/>
                    <a:pt x="1229" y="276"/>
                    <a:pt x="1071" y="118"/>
                  </a:cubicBezTo>
                  <a:cubicBezTo>
                    <a:pt x="993" y="39"/>
                    <a:pt x="882" y="0"/>
                    <a:pt x="77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-63203425" y="4159025"/>
              <a:ext cx="222925" cy="222150"/>
            </a:xfrm>
            <a:custGeom>
              <a:rect b="b" l="l" r="r" t="t"/>
              <a:pathLst>
                <a:path extrusionOk="0" h="8886" w="8917">
                  <a:moveTo>
                    <a:pt x="4033" y="1418"/>
                  </a:moveTo>
                  <a:lnTo>
                    <a:pt x="4033" y="3088"/>
                  </a:lnTo>
                  <a:cubicBezTo>
                    <a:pt x="3939" y="3151"/>
                    <a:pt x="3876" y="3151"/>
                    <a:pt x="3781" y="3183"/>
                  </a:cubicBezTo>
                  <a:lnTo>
                    <a:pt x="2615" y="1985"/>
                  </a:lnTo>
                  <a:cubicBezTo>
                    <a:pt x="2993" y="1670"/>
                    <a:pt x="3529" y="1481"/>
                    <a:pt x="4033" y="1418"/>
                  </a:cubicBezTo>
                  <a:close/>
                  <a:moveTo>
                    <a:pt x="4852" y="1418"/>
                  </a:moveTo>
                  <a:cubicBezTo>
                    <a:pt x="5356" y="1481"/>
                    <a:pt x="5892" y="1670"/>
                    <a:pt x="6270" y="1985"/>
                  </a:cubicBezTo>
                  <a:lnTo>
                    <a:pt x="5104" y="3183"/>
                  </a:lnTo>
                  <a:cubicBezTo>
                    <a:pt x="5010" y="3151"/>
                    <a:pt x="4947" y="3088"/>
                    <a:pt x="4852" y="3088"/>
                  </a:cubicBezTo>
                  <a:lnTo>
                    <a:pt x="4852" y="1418"/>
                  </a:lnTo>
                  <a:close/>
                  <a:moveTo>
                    <a:pt x="2017" y="2553"/>
                  </a:moveTo>
                  <a:lnTo>
                    <a:pt x="3214" y="3718"/>
                  </a:lnTo>
                  <a:cubicBezTo>
                    <a:pt x="3151" y="3813"/>
                    <a:pt x="3119" y="3876"/>
                    <a:pt x="3119" y="3970"/>
                  </a:cubicBezTo>
                  <a:lnTo>
                    <a:pt x="1418" y="3970"/>
                  </a:lnTo>
                  <a:cubicBezTo>
                    <a:pt x="1513" y="3466"/>
                    <a:pt x="1733" y="2994"/>
                    <a:pt x="2017" y="2553"/>
                  </a:cubicBezTo>
                  <a:close/>
                  <a:moveTo>
                    <a:pt x="6869" y="2553"/>
                  </a:moveTo>
                  <a:cubicBezTo>
                    <a:pt x="7184" y="2994"/>
                    <a:pt x="7373" y="3466"/>
                    <a:pt x="7467" y="3970"/>
                  </a:cubicBezTo>
                  <a:lnTo>
                    <a:pt x="5766" y="3970"/>
                  </a:lnTo>
                  <a:cubicBezTo>
                    <a:pt x="5734" y="3876"/>
                    <a:pt x="5734" y="3813"/>
                    <a:pt x="5671" y="3718"/>
                  </a:cubicBezTo>
                  <a:lnTo>
                    <a:pt x="6869" y="2553"/>
                  </a:lnTo>
                  <a:close/>
                  <a:moveTo>
                    <a:pt x="3119" y="4789"/>
                  </a:moveTo>
                  <a:cubicBezTo>
                    <a:pt x="3182" y="4884"/>
                    <a:pt x="3182" y="4947"/>
                    <a:pt x="3214" y="5041"/>
                  </a:cubicBezTo>
                  <a:lnTo>
                    <a:pt x="2017" y="6207"/>
                  </a:lnTo>
                  <a:cubicBezTo>
                    <a:pt x="1733" y="5829"/>
                    <a:pt x="1513" y="5357"/>
                    <a:pt x="1418" y="4789"/>
                  </a:cubicBezTo>
                  <a:close/>
                  <a:moveTo>
                    <a:pt x="7467" y="4789"/>
                  </a:moveTo>
                  <a:cubicBezTo>
                    <a:pt x="7373" y="5357"/>
                    <a:pt x="7184" y="5829"/>
                    <a:pt x="6869" y="6207"/>
                  </a:cubicBezTo>
                  <a:lnTo>
                    <a:pt x="5671" y="5041"/>
                  </a:lnTo>
                  <a:cubicBezTo>
                    <a:pt x="5734" y="4947"/>
                    <a:pt x="5766" y="4884"/>
                    <a:pt x="5766" y="4789"/>
                  </a:cubicBezTo>
                  <a:close/>
                  <a:moveTo>
                    <a:pt x="3781" y="5609"/>
                  </a:moveTo>
                  <a:cubicBezTo>
                    <a:pt x="3876" y="5672"/>
                    <a:pt x="3939" y="5703"/>
                    <a:pt x="4033" y="5703"/>
                  </a:cubicBezTo>
                  <a:lnTo>
                    <a:pt x="4033" y="7404"/>
                  </a:lnTo>
                  <a:cubicBezTo>
                    <a:pt x="3529" y="7310"/>
                    <a:pt x="2993" y="7121"/>
                    <a:pt x="2615" y="6806"/>
                  </a:cubicBezTo>
                  <a:lnTo>
                    <a:pt x="3781" y="5609"/>
                  </a:lnTo>
                  <a:close/>
                  <a:moveTo>
                    <a:pt x="5104" y="5609"/>
                  </a:moveTo>
                  <a:lnTo>
                    <a:pt x="6270" y="6806"/>
                  </a:lnTo>
                  <a:cubicBezTo>
                    <a:pt x="5892" y="7121"/>
                    <a:pt x="5419" y="7310"/>
                    <a:pt x="4852" y="7404"/>
                  </a:cubicBezTo>
                  <a:lnTo>
                    <a:pt x="4852" y="5703"/>
                  </a:lnTo>
                  <a:cubicBezTo>
                    <a:pt x="4947" y="5672"/>
                    <a:pt x="5010" y="5672"/>
                    <a:pt x="5104" y="5609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1985"/>
                    <a:pt x="0" y="4443"/>
                  </a:cubicBezTo>
                  <a:cubicBezTo>
                    <a:pt x="0" y="6869"/>
                    <a:pt x="2017" y="8885"/>
                    <a:pt x="4474" y="8885"/>
                  </a:cubicBezTo>
                  <a:cubicBezTo>
                    <a:pt x="6900" y="8885"/>
                    <a:pt x="8916" y="6869"/>
                    <a:pt x="8916" y="4443"/>
                  </a:cubicBezTo>
                  <a:cubicBezTo>
                    <a:pt x="8916" y="1954"/>
                    <a:pt x="6900" y="1"/>
                    <a:pt x="447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-63102600" y="4401625"/>
              <a:ext cx="20500" cy="26000"/>
            </a:xfrm>
            <a:custGeom>
              <a:rect b="b" l="l" r="r" t="t"/>
              <a:pathLst>
                <a:path extrusionOk="0" h="1040" w="820">
                  <a:moveTo>
                    <a:pt x="0" y="0"/>
                  </a:moveTo>
                  <a:lnTo>
                    <a:pt x="0" y="630"/>
                  </a:lnTo>
                  <a:cubicBezTo>
                    <a:pt x="0" y="882"/>
                    <a:pt x="189" y="1040"/>
                    <a:pt x="441" y="1040"/>
                  </a:cubicBezTo>
                  <a:cubicBezTo>
                    <a:pt x="662" y="1040"/>
                    <a:pt x="819" y="851"/>
                    <a:pt x="819" y="630"/>
                  </a:cubicBezTo>
                  <a:lnTo>
                    <a:pt x="819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-63006525" y="4354350"/>
              <a:ext cx="29950" cy="29975"/>
            </a:xfrm>
            <a:custGeom>
              <a:rect b="b" l="l" r="r" t="t"/>
              <a:pathLst>
                <a:path extrusionOk="0" h="1199" w="1198">
                  <a:moveTo>
                    <a:pt x="599" y="1"/>
                  </a:moveTo>
                  <a:cubicBezTo>
                    <a:pt x="410" y="221"/>
                    <a:pt x="253" y="410"/>
                    <a:pt x="1" y="599"/>
                  </a:cubicBezTo>
                  <a:lnTo>
                    <a:pt x="473" y="1072"/>
                  </a:lnTo>
                  <a:cubicBezTo>
                    <a:pt x="568" y="1167"/>
                    <a:pt x="694" y="1198"/>
                    <a:pt x="757" y="1198"/>
                  </a:cubicBezTo>
                  <a:cubicBezTo>
                    <a:pt x="851" y="1198"/>
                    <a:pt x="946" y="1167"/>
                    <a:pt x="1040" y="1072"/>
                  </a:cubicBezTo>
                  <a:cubicBezTo>
                    <a:pt x="1198" y="915"/>
                    <a:pt x="1198" y="631"/>
                    <a:pt x="1040" y="473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34"/>
            <p:cNvSpPr/>
            <p:nvPr/>
          </p:nvSpPr>
          <p:spPr>
            <a:xfrm>
              <a:off x="-62960825" y="4258275"/>
              <a:ext cx="27575" cy="20500"/>
            </a:xfrm>
            <a:custGeom>
              <a:rect b="b" l="l" r="r" t="t"/>
              <a:pathLst>
                <a:path extrusionOk="0" h="820" w="1103">
                  <a:moveTo>
                    <a:pt x="0" y="0"/>
                  </a:moveTo>
                  <a:lnTo>
                    <a:pt x="0" y="441"/>
                  </a:lnTo>
                  <a:lnTo>
                    <a:pt x="0" y="819"/>
                  </a:lnTo>
                  <a:lnTo>
                    <a:pt x="662" y="819"/>
                  </a:lnTo>
                  <a:cubicBezTo>
                    <a:pt x="914" y="819"/>
                    <a:pt x="1071" y="630"/>
                    <a:pt x="1071" y="378"/>
                  </a:cubicBezTo>
                  <a:cubicBezTo>
                    <a:pt x="1103" y="189"/>
                    <a:pt x="914" y="0"/>
                    <a:pt x="66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34"/>
            <p:cNvSpPr/>
            <p:nvPr/>
          </p:nvSpPr>
          <p:spPr>
            <a:xfrm>
              <a:off x="-63250675" y="4259050"/>
              <a:ext cx="26800" cy="20500"/>
            </a:xfrm>
            <a:custGeom>
              <a:rect b="b" l="l" r="r" t="t"/>
              <a:pathLst>
                <a:path extrusionOk="0" h="820" w="1072">
                  <a:moveTo>
                    <a:pt x="410" y="1"/>
                  </a:moveTo>
                  <a:cubicBezTo>
                    <a:pt x="158" y="1"/>
                    <a:pt x="0" y="190"/>
                    <a:pt x="0" y="410"/>
                  </a:cubicBezTo>
                  <a:cubicBezTo>
                    <a:pt x="0" y="631"/>
                    <a:pt x="221" y="820"/>
                    <a:pt x="410" y="820"/>
                  </a:cubicBezTo>
                  <a:lnTo>
                    <a:pt x="1071" y="820"/>
                  </a:lnTo>
                  <a:lnTo>
                    <a:pt x="1071" y="442"/>
                  </a:lnTo>
                  <a:lnTo>
                    <a:pt x="1071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4"/>
            <p:cNvSpPr/>
            <p:nvPr/>
          </p:nvSpPr>
          <p:spPr>
            <a:xfrm>
              <a:off x="-63208950" y="4354350"/>
              <a:ext cx="29175" cy="29975"/>
            </a:xfrm>
            <a:custGeom>
              <a:rect b="b" l="l" r="r" t="t"/>
              <a:pathLst>
                <a:path extrusionOk="0" h="1199" w="1167">
                  <a:moveTo>
                    <a:pt x="631" y="1"/>
                  </a:moveTo>
                  <a:lnTo>
                    <a:pt x="158" y="473"/>
                  </a:lnTo>
                  <a:cubicBezTo>
                    <a:pt x="1" y="631"/>
                    <a:pt x="1" y="915"/>
                    <a:pt x="158" y="1072"/>
                  </a:cubicBezTo>
                  <a:cubicBezTo>
                    <a:pt x="221" y="1167"/>
                    <a:pt x="348" y="1198"/>
                    <a:pt x="442" y="1198"/>
                  </a:cubicBezTo>
                  <a:cubicBezTo>
                    <a:pt x="505" y="1198"/>
                    <a:pt x="631" y="1167"/>
                    <a:pt x="694" y="1072"/>
                  </a:cubicBezTo>
                  <a:lnTo>
                    <a:pt x="1167" y="599"/>
                  </a:lnTo>
                  <a:cubicBezTo>
                    <a:pt x="1009" y="442"/>
                    <a:pt x="820" y="253"/>
                    <a:pt x="63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-63208150" y="4153725"/>
              <a:ext cx="30725" cy="29750"/>
            </a:xfrm>
            <a:custGeom>
              <a:rect b="b" l="l" r="r" t="t"/>
              <a:pathLst>
                <a:path extrusionOk="0" h="1190" w="1229">
                  <a:moveTo>
                    <a:pt x="457" y="0"/>
                  </a:moveTo>
                  <a:cubicBezTo>
                    <a:pt x="347" y="0"/>
                    <a:pt x="237" y="39"/>
                    <a:pt x="158" y="118"/>
                  </a:cubicBezTo>
                  <a:cubicBezTo>
                    <a:pt x="0" y="276"/>
                    <a:pt x="0" y="559"/>
                    <a:pt x="158" y="717"/>
                  </a:cubicBezTo>
                  <a:lnTo>
                    <a:pt x="631" y="1189"/>
                  </a:lnTo>
                  <a:lnTo>
                    <a:pt x="1229" y="591"/>
                  </a:lnTo>
                  <a:lnTo>
                    <a:pt x="757" y="118"/>
                  </a:lnTo>
                  <a:cubicBezTo>
                    <a:pt x="678" y="39"/>
                    <a:pt x="568" y="0"/>
                    <a:pt x="45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-63102600" y="4110200"/>
              <a:ext cx="20500" cy="27600"/>
            </a:xfrm>
            <a:custGeom>
              <a:rect b="b" l="l" r="r" t="t"/>
              <a:pathLst>
                <a:path extrusionOk="0" h="1104" w="820">
                  <a:moveTo>
                    <a:pt x="441" y="0"/>
                  </a:moveTo>
                  <a:cubicBezTo>
                    <a:pt x="221" y="0"/>
                    <a:pt x="0" y="221"/>
                    <a:pt x="0" y="410"/>
                  </a:cubicBezTo>
                  <a:lnTo>
                    <a:pt x="0" y="1103"/>
                  </a:lnTo>
                  <a:lnTo>
                    <a:pt x="819" y="1103"/>
                  </a:lnTo>
                  <a:lnTo>
                    <a:pt x="819" y="410"/>
                  </a:lnTo>
                  <a:cubicBezTo>
                    <a:pt x="819" y="158"/>
                    <a:pt x="630" y="0"/>
                    <a:pt x="44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p34"/>
          <p:cNvGrpSpPr/>
          <p:nvPr/>
        </p:nvGrpSpPr>
        <p:grpSpPr>
          <a:xfrm>
            <a:off x="3212348" y="3562379"/>
            <a:ext cx="359075" cy="358844"/>
            <a:chOff x="-61351725" y="3372400"/>
            <a:chExt cx="310350" cy="310150"/>
          </a:xfrm>
        </p:grpSpPr>
        <p:sp>
          <p:nvSpPr>
            <p:cNvPr id="659" name="Google Shape;659;p34"/>
            <p:cNvSpPr/>
            <p:nvPr/>
          </p:nvSpPr>
          <p:spPr>
            <a:xfrm>
              <a:off x="-61165050" y="35588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-61247750" y="34761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-61351725" y="3372400"/>
              <a:ext cx="310350" cy="310150"/>
            </a:xfrm>
            <a:custGeom>
              <a:rect b="b" l="l" r="r" t="t"/>
              <a:pathLst>
                <a:path extrusionOk="0" h="12406" w="12414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2" name="Google Shape;662;p34"/>
          <p:cNvGrpSpPr/>
          <p:nvPr/>
        </p:nvGrpSpPr>
        <p:grpSpPr>
          <a:xfrm>
            <a:off x="3208703" y="4025435"/>
            <a:ext cx="366364" cy="333534"/>
            <a:chOff x="-61354875" y="3751050"/>
            <a:chExt cx="316650" cy="288275"/>
          </a:xfrm>
        </p:grpSpPr>
        <p:sp>
          <p:nvSpPr>
            <p:cNvPr id="663" name="Google Shape;663;p34"/>
            <p:cNvSpPr/>
            <p:nvPr/>
          </p:nvSpPr>
          <p:spPr>
            <a:xfrm>
              <a:off x="-61200500" y="3875475"/>
              <a:ext cx="41775" cy="41000"/>
            </a:xfrm>
            <a:custGeom>
              <a:rect b="b" l="l" r="r" t="t"/>
              <a:pathLst>
                <a:path extrusionOk="0" h="1640" w="1671">
                  <a:moveTo>
                    <a:pt x="820" y="1"/>
                  </a:moveTo>
                  <a:cubicBezTo>
                    <a:pt x="379" y="1"/>
                    <a:pt x="1" y="348"/>
                    <a:pt x="1" y="820"/>
                  </a:cubicBezTo>
                  <a:cubicBezTo>
                    <a:pt x="1" y="1261"/>
                    <a:pt x="379" y="1639"/>
                    <a:pt x="820" y="1639"/>
                  </a:cubicBezTo>
                  <a:cubicBezTo>
                    <a:pt x="1292" y="1639"/>
                    <a:pt x="1670" y="1261"/>
                    <a:pt x="1670" y="820"/>
                  </a:cubicBezTo>
                  <a:cubicBezTo>
                    <a:pt x="1670" y="348"/>
                    <a:pt x="1292" y="1"/>
                    <a:pt x="82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-61293425" y="3813275"/>
              <a:ext cx="192975" cy="165425"/>
            </a:xfrm>
            <a:custGeom>
              <a:rect b="b" l="l" r="r" t="t"/>
              <a:pathLst>
                <a:path extrusionOk="0" h="6617" w="7719">
                  <a:moveTo>
                    <a:pt x="6191" y="1260"/>
                  </a:moveTo>
                  <a:cubicBezTo>
                    <a:pt x="6301" y="1260"/>
                    <a:pt x="6411" y="1292"/>
                    <a:pt x="6490" y="1355"/>
                  </a:cubicBezTo>
                  <a:cubicBezTo>
                    <a:pt x="6648" y="1512"/>
                    <a:pt x="6648" y="1796"/>
                    <a:pt x="6490" y="1953"/>
                  </a:cubicBezTo>
                  <a:lnTo>
                    <a:pt x="5954" y="2457"/>
                  </a:lnTo>
                  <a:cubicBezTo>
                    <a:pt x="6112" y="2709"/>
                    <a:pt x="6207" y="3025"/>
                    <a:pt x="6207" y="3308"/>
                  </a:cubicBezTo>
                  <a:cubicBezTo>
                    <a:pt x="6207" y="3592"/>
                    <a:pt x="6112" y="3907"/>
                    <a:pt x="5954" y="4127"/>
                  </a:cubicBezTo>
                  <a:lnTo>
                    <a:pt x="6490" y="4631"/>
                  </a:lnTo>
                  <a:cubicBezTo>
                    <a:pt x="6648" y="4789"/>
                    <a:pt x="6648" y="5072"/>
                    <a:pt x="6490" y="5230"/>
                  </a:cubicBezTo>
                  <a:cubicBezTo>
                    <a:pt x="6396" y="5324"/>
                    <a:pt x="6270" y="5356"/>
                    <a:pt x="6207" y="5356"/>
                  </a:cubicBezTo>
                  <a:cubicBezTo>
                    <a:pt x="6080" y="5356"/>
                    <a:pt x="6017" y="5324"/>
                    <a:pt x="5923" y="5230"/>
                  </a:cubicBezTo>
                  <a:lnTo>
                    <a:pt x="5419" y="4726"/>
                  </a:lnTo>
                  <a:cubicBezTo>
                    <a:pt x="5167" y="4883"/>
                    <a:pt x="4852" y="4946"/>
                    <a:pt x="4600" y="4946"/>
                  </a:cubicBezTo>
                  <a:cubicBezTo>
                    <a:pt x="4316" y="4946"/>
                    <a:pt x="4001" y="4883"/>
                    <a:pt x="3749" y="4726"/>
                  </a:cubicBezTo>
                  <a:lnTo>
                    <a:pt x="3245" y="5230"/>
                  </a:lnTo>
                  <a:cubicBezTo>
                    <a:pt x="3182" y="5324"/>
                    <a:pt x="3056" y="5356"/>
                    <a:pt x="2961" y="5356"/>
                  </a:cubicBezTo>
                  <a:cubicBezTo>
                    <a:pt x="2835" y="5356"/>
                    <a:pt x="2772" y="5324"/>
                    <a:pt x="2709" y="5230"/>
                  </a:cubicBezTo>
                  <a:cubicBezTo>
                    <a:pt x="2552" y="5072"/>
                    <a:pt x="2552" y="4789"/>
                    <a:pt x="2709" y="4631"/>
                  </a:cubicBezTo>
                  <a:lnTo>
                    <a:pt x="3214" y="4127"/>
                  </a:lnTo>
                  <a:cubicBezTo>
                    <a:pt x="2961" y="3907"/>
                    <a:pt x="2898" y="3623"/>
                    <a:pt x="2898" y="3308"/>
                  </a:cubicBezTo>
                  <a:cubicBezTo>
                    <a:pt x="2898" y="2993"/>
                    <a:pt x="2961" y="2709"/>
                    <a:pt x="3119" y="2457"/>
                  </a:cubicBezTo>
                  <a:lnTo>
                    <a:pt x="2615" y="1953"/>
                  </a:lnTo>
                  <a:cubicBezTo>
                    <a:pt x="2457" y="1796"/>
                    <a:pt x="2457" y="1512"/>
                    <a:pt x="2615" y="1355"/>
                  </a:cubicBezTo>
                  <a:cubicBezTo>
                    <a:pt x="2694" y="1292"/>
                    <a:pt x="2804" y="1260"/>
                    <a:pt x="2914" y="1260"/>
                  </a:cubicBezTo>
                  <a:cubicBezTo>
                    <a:pt x="3025" y="1260"/>
                    <a:pt x="3135" y="1292"/>
                    <a:pt x="3214" y="1355"/>
                  </a:cubicBezTo>
                  <a:lnTo>
                    <a:pt x="3718" y="1890"/>
                  </a:lnTo>
                  <a:cubicBezTo>
                    <a:pt x="3970" y="1733"/>
                    <a:pt x="4253" y="1638"/>
                    <a:pt x="4537" y="1638"/>
                  </a:cubicBezTo>
                  <a:cubicBezTo>
                    <a:pt x="4820" y="1638"/>
                    <a:pt x="5135" y="1733"/>
                    <a:pt x="5387" y="1890"/>
                  </a:cubicBezTo>
                  <a:lnTo>
                    <a:pt x="5891" y="1355"/>
                  </a:lnTo>
                  <a:cubicBezTo>
                    <a:pt x="5970" y="1292"/>
                    <a:pt x="6080" y="1260"/>
                    <a:pt x="6191" y="1260"/>
                  </a:cubicBezTo>
                  <a:close/>
                  <a:moveTo>
                    <a:pt x="0" y="0"/>
                  </a:moveTo>
                  <a:lnTo>
                    <a:pt x="0" y="1260"/>
                  </a:lnTo>
                  <a:lnTo>
                    <a:pt x="851" y="1260"/>
                  </a:lnTo>
                  <a:cubicBezTo>
                    <a:pt x="1071" y="1260"/>
                    <a:pt x="1260" y="1449"/>
                    <a:pt x="1260" y="1638"/>
                  </a:cubicBezTo>
                  <a:cubicBezTo>
                    <a:pt x="1260" y="1859"/>
                    <a:pt x="1071" y="2079"/>
                    <a:pt x="851" y="2079"/>
                  </a:cubicBezTo>
                  <a:lnTo>
                    <a:pt x="0" y="2079"/>
                  </a:lnTo>
                  <a:lnTo>
                    <a:pt x="0" y="4568"/>
                  </a:lnTo>
                  <a:lnTo>
                    <a:pt x="851" y="4568"/>
                  </a:lnTo>
                  <a:cubicBezTo>
                    <a:pt x="1071" y="4568"/>
                    <a:pt x="1260" y="4757"/>
                    <a:pt x="1260" y="4946"/>
                  </a:cubicBezTo>
                  <a:cubicBezTo>
                    <a:pt x="1260" y="5198"/>
                    <a:pt x="1071" y="5387"/>
                    <a:pt x="851" y="5387"/>
                  </a:cubicBezTo>
                  <a:lnTo>
                    <a:pt x="0" y="5387"/>
                  </a:lnTo>
                  <a:lnTo>
                    <a:pt x="0" y="6616"/>
                  </a:lnTo>
                  <a:lnTo>
                    <a:pt x="7719" y="6616"/>
                  </a:lnTo>
                  <a:lnTo>
                    <a:pt x="7719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-61354875" y="3751050"/>
              <a:ext cx="316650" cy="288275"/>
            </a:xfrm>
            <a:custGeom>
              <a:rect b="b" l="l" r="r" t="t"/>
              <a:pathLst>
                <a:path extrusionOk="0" h="11531" w="12666">
                  <a:moveTo>
                    <a:pt x="10618" y="1701"/>
                  </a:moveTo>
                  <a:cubicBezTo>
                    <a:pt x="10870" y="1701"/>
                    <a:pt x="11027" y="1890"/>
                    <a:pt x="11027" y="2080"/>
                  </a:cubicBezTo>
                  <a:lnTo>
                    <a:pt x="11027" y="9546"/>
                  </a:lnTo>
                  <a:cubicBezTo>
                    <a:pt x="11027" y="9767"/>
                    <a:pt x="10807" y="9956"/>
                    <a:pt x="10618" y="9956"/>
                  </a:cubicBezTo>
                  <a:lnTo>
                    <a:pt x="2080" y="9956"/>
                  </a:lnTo>
                  <a:cubicBezTo>
                    <a:pt x="1828" y="9956"/>
                    <a:pt x="1670" y="9767"/>
                    <a:pt x="1670" y="9546"/>
                  </a:cubicBezTo>
                  <a:lnTo>
                    <a:pt x="1670" y="2080"/>
                  </a:lnTo>
                  <a:cubicBezTo>
                    <a:pt x="1670" y="1859"/>
                    <a:pt x="1891" y="1701"/>
                    <a:pt x="2080" y="1701"/>
                  </a:cubicBezTo>
                  <a:close/>
                  <a:moveTo>
                    <a:pt x="1198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10334"/>
                  </a:lnTo>
                  <a:cubicBezTo>
                    <a:pt x="1" y="10995"/>
                    <a:pt x="536" y="11531"/>
                    <a:pt x="1198" y="11531"/>
                  </a:cubicBezTo>
                  <a:lnTo>
                    <a:pt x="11405" y="11531"/>
                  </a:lnTo>
                  <a:cubicBezTo>
                    <a:pt x="12067" y="11531"/>
                    <a:pt x="12666" y="10995"/>
                    <a:pt x="12666" y="10334"/>
                  </a:cubicBezTo>
                  <a:lnTo>
                    <a:pt x="12666" y="1260"/>
                  </a:lnTo>
                  <a:cubicBezTo>
                    <a:pt x="12666" y="567"/>
                    <a:pt x="12130" y="0"/>
                    <a:pt x="1140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p34"/>
          <p:cNvGrpSpPr/>
          <p:nvPr/>
        </p:nvGrpSpPr>
        <p:grpSpPr>
          <a:xfrm>
            <a:off x="3208703" y="4467075"/>
            <a:ext cx="366364" cy="367290"/>
            <a:chOff x="-61354875" y="4101525"/>
            <a:chExt cx="316650" cy="317450"/>
          </a:xfrm>
        </p:grpSpPr>
        <p:sp>
          <p:nvSpPr>
            <p:cNvPr id="667" name="Google Shape;667;p34"/>
            <p:cNvSpPr/>
            <p:nvPr/>
          </p:nvSpPr>
          <p:spPr>
            <a:xfrm>
              <a:off x="-61172925" y="4240150"/>
              <a:ext cx="62225" cy="145750"/>
            </a:xfrm>
            <a:custGeom>
              <a:rect b="b" l="l" r="r" t="t"/>
              <a:pathLst>
                <a:path extrusionOk="0" h="5830" w="2489">
                  <a:moveTo>
                    <a:pt x="1260" y="1"/>
                  </a:moveTo>
                  <a:cubicBezTo>
                    <a:pt x="1071" y="1"/>
                    <a:pt x="819" y="221"/>
                    <a:pt x="819" y="442"/>
                  </a:cubicBezTo>
                  <a:lnTo>
                    <a:pt x="819" y="725"/>
                  </a:lnTo>
                  <a:cubicBezTo>
                    <a:pt x="347" y="883"/>
                    <a:pt x="0" y="1355"/>
                    <a:pt x="0" y="1891"/>
                  </a:cubicBezTo>
                  <a:cubicBezTo>
                    <a:pt x="0" y="2584"/>
                    <a:pt x="536" y="2962"/>
                    <a:pt x="977" y="3277"/>
                  </a:cubicBezTo>
                  <a:cubicBezTo>
                    <a:pt x="1292" y="3529"/>
                    <a:pt x="1639" y="3750"/>
                    <a:pt x="1639" y="4002"/>
                  </a:cubicBezTo>
                  <a:cubicBezTo>
                    <a:pt x="1639" y="4222"/>
                    <a:pt x="1450" y="4411"/>
                    <a:pt x="1260" y="4411"/>
                  </a:cubicBezTo>
                  <a:cubicBezTo>
                    <a:pt x="1008" y="4411"/>
                    <a:pt x="819" y="4222"/>
                    <a:pt x="819" y="4002"/>
                  </a:cubicBezTo>
                  <a:cubicBezTo>
                    <a:pt x="819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51"/>
                  </a:lnTo>
                  <a:cubicBezTo>
                    <a:pt x="819" y="5672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4002"/>
                  </a:cubicBezTo>
                  <a:cubicBezTo>
                    <a:pt x="2489" y="3309"/>
                    <a:pt x="1922" y="2931"/>
                    <a:pt x="1481" y="2616"/>
                  </a:cubicBezTo>
                  <a:cubicBezTo>
                    <a:pt x="1166" y="2364"/>
                    <a:pt x="819" y="2143"/>
                    <a:pt x="819" y="1891"/>
                  </a:cubicBezTo>
                  <a:cubicBezTo>
                    <a:pt x="819" y="1702"/>
                    <a:pt x="1008" y="1513"/>
                    <a:pt x="1260" y="1513"/>
                  </a:cubicBezTo>
                  <a:cubicBezTo>
                    <a:pt x="1513" y="1513"/>
                    <a:pt x="1639" y="1702"/>
                    <a:pt x="1639" y="1891"/>
                  </a:cubicBezTo>
                  <a:cubicBezTo>
                    <a:pt x="1639" y="2143"/>
                    <a:pt x="1859" y="2332"/>
                    <a:pt x="2048" y="2332"/>
                  </a:cubicBezTo>
                  <a:cubicBezTo>
                    <a:pt x="2300" y="2332"/>
                    <a:pt x="2489" y="2143"/>
                    <a:pt x="2489" y="1891"/>
                  </a:cubicBezTo>
                  <a:cubicBezTo>
                    <a:pt x="2489" y="1355"/>
                    <a:pt x="2143" y="914"/>
                    <a:pt x="1639" y="725"/>
                  </a:cubicBezTo>
                  <a:lnTo>
                    <a:pt x="1639" y="442"/>
                  </a:lnTo>
                  <a:cubicBezTo>
                    <a:pt x="1639" y="221"/>
                    <a:pt x="1450" y="1"/>
                    <a:pt x="126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-61354875" y="4101525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11405" y="1608"/>
                  </a:moveTo>
                  <a:cubicBezTo>
                    <a:pt x="11657" y="1608"/>
                    <a:pt x="11847" y="1797"/>
                    <a:pt x="11847" y="2049"/>
                  </a:cubicBezTo>
                  <a:lnTo>
                    <a:pt x="11847" y="3277"/>
                  </a:lnTo>
                  <a:lnTo>
                    <a:pt x="820" y="3277"/>
                  </a:lnTo>
                  <a:lnTo>
                    <a:pt x="820" y="2049"/>
                  </a:lnTo>
                  <a:cubicBezTo>
                    <a:pt x="820" y="1797"/>
                    <a:pt x="1009" y="1608"/>
                    <a:pt x="1198" y="1608"/>
                  </a:cubicBezTo>
                  <a:lnTo>
                    <a:pt x="1639" y="1608"/>
                  </a:lnTo>
                  <a:lnTo>
                    <a:pt x="1639" y="2049"/>
                  </a:lnTo>
                  <a:cubicBezTo>
                    <a:pt x="1639" y="2301"/>
                    <a:pt x="1828" y="2458"/>
                    <a:pt x="2048" y="2458"/>
                  </a:cubicBezTo>
                  <a:cubicBezTo>
                    <a:pt x="2237" y="2458"/>
                    <a:pt x="2427" y="2238"/>
                    <a:pt x="2427" y="2049"/>
                  </a:cubicBezTo>
                  <a:lnTo>
                    <a:pt x="2427" y="1608"/>
                  </a:lnTo>
                  <a:lnTo>
                    <a:pt x="5892" y="1608"/>
                  </a:lnTo>
                  <a:lnTo>
                    <a:pt x="5892" y="2049"/>
                  </a:lnTo>
                  <a:cubicBezTo>
                    <a:pt x="5892" y="2301"/>
                    <a:pt x="6081" y="2458"/>
                    <a:pt x="6333" y="2458"/>
                  </a:cubicBezTo>
                  <a:cubicBezTo>
                    <a:pt x="6585" y="2458"/>
                    <a:pt x="6743" y="2238"/>
                    <a:pt x="6743" y="2049"/>
                  </a:cubicBezTo>
                  <a:lnTo>
                    <a:pt x="6743" y="1608"/>
                  </a:lnTo>
                  <a:lnTo>
                    <a:pt x="10208" y="1608"/>
                  </a:lnTo>
                  <a:lnTo>
                    <a:pt x="10208" y="2049"/>
                  </a:lnTo>
                  <a:cubicBezTo>
                    <a:pt x="10208" y="2301"/>
                    <a:pt x="10397" y="2458"/>
                    <a:pt x="10618" y="2458"/>
                  </a:cubicBezTo>
                  <a:cubicBezTo>
                    <a:pt x="10870" y="2458"/>
                    <a:pt x="11027" y="2238"/>
                    <a:pt x="11027" y="2049"/>
                  </a:cubicBezTo>
                  <a:lnTo>
                    <a:pt x="11027" y="1608"/>
                  </a:lnTo>
                  <a:close/>
                  <a:moveTo>
                    <a:pt x="2868" y="4916"/>
                  </a:moveTo>
                  <a:cubicBezTo>
                    <a:pt x="3088" y="4916"/>
                    <a:pt x="3246" y="5136"/>
                    <a:pt x="3246" y="5357"/>
                  </a:cubicBezTo>
                  <a:cubicBezTo>
                    <a:pt x="3309" y="5546"/>
                    <a:pt x="3088" y="5766"/>
                    <a:pt x="2868" y="5766"/>
                  </a:cubicBezTo>
                  <a:lnTo>
                    <a:pt x="2048" y="5766"/>
                  </a:lnTo>
                  <a:cubicBezTo>
                    <a:pt x="1796" y="5766"/>
                    <a:pt x="1639" y="5546"/>
                    <a:pt x="1639" y="5357"/>
                  </a:cubicBezTo>
                  <a:cubicBezTo>
                    <a:pt x="1639" y="5136"/>
                    <a:pt x="1828" y="4916"/>
                    <a:pt x="2048" y="4916"/>
                  </a:cubicBezTo>
                  <a:close/>
                  <a:moveTo>
                    <a:pt x="2868" y="6585"/>
                  </a:moveTo>
                  <a:cubicBezTo>
                    <a:pt x="3088" y="6585"/>
                    <a:pt x="3246" y="6774"/>
                    <a:pt x="3246" y="6963"/>
                  </a:cubicBezTo>
                  <a:cubicBezTo>
                    <a:pt x="3309" y="7215"/>
                    <a:pt x="3088" y="7404"/>
                    <a:pt x="2868" y="7404"/>
                  </a:cubicBezTo>
                  <a:lnTo>
                    <a:pt x="2048" y="7404"/>
                  </a:lnTo>
                  <a:cubicBezTo>
                    <a:pt x="1796" y="7404"/>
                    <a:pt x="1639" y="7215"/>
                    <a:pt x="1639" y="6963"/>
                  </a:cubicBezTo>
                  <a:cubicBezTo>
                    <a:pt x="1639" y="6743"/>
                    <a:pt x="1828" y="6585"/>
                    <a:pt x="2048" y="6585"/>
                  </a:cubicBezTo>
                  <a:close/>
                  <a:moveTo>
                    <a:pt x="2868" y="8287"/>
                  </a:moveTo>
                  <a:cubicBezTo>
                    <a:pt x="3088" y="8287"/>
                    <a:pt x="3246" y="8476"/>
                    <a:pt x="3246" y="8665"/>
                  </a:cubicBezTo>
                  <a:cubicBezTo>
                    <a:pt x="3309" y="8854"/>
                    <a:pt x="3088" y="9074"/>
                    <a:pt x="2868" y="9074"/>
                  </a:cubicBezTo>
                  <a:lnTo>
                    <a:pt x="2048" y="9074"/>
                  </a:lnTo>
                  <a:cubicBezTo>
                    <a:pt x="1796" y="9074"/>
                    <a:pt x="1639" y="8854"/>
                    <a:pt x="1639" y="8665"/>
                  </a:cubicBezTo>
                  <a:cubicBezTo>
                    <a:pt x="1639" y="8413"/>
                    <a:pt x="1828" y="8287"/>
                    <a:pt x="2048" y="8287"/>
                  </a:cubicBezTo>
                  <a:close/>
                  <a:moveTo>
                    <a:pt x="8538" y="5199"/>
                  </a:moveTo>
                  <a:cubicBezTo>
                    <a:pt x="10366" y="5199"/>
                    <a:pt x="11847" y="6711"/>
                    <a:pt x="11847" y="8507"/>
                  </a:cubicBezTo>
                  <a:cubicBezTo>
                    <a:pt x="11847" y="10334"/>
                    <a:pt x="10334" y="11815"/>
                    <a:pt x="8538" y="11815"/>
                  </a:cubicBezTo>
                  <a:cubicBezTo>
                    <a:pt x="6711" y="11815"/>
                    <a:pt x="5230" y="10334"/>
                    <a:pt x="5230" y="8507"/>
                  </a:cubicBezTo>
                  <a:cubicBezTo>
                    <a:pt x="5230" y="6711"/>
                    <a:pt x="6743" y="5199"/>
                    <a:pt x="8538" y="5199"/>
                  </a:cubicBezTo>
                  <a:close/>
                  <a:moveTo>
                    <a:pt x="2048" y="1"/>
                  </a:moveTo>
                  <a:cubicBezTo>
                    <a:pt x="1828" y="1"/>
                    <a:pt x="1639" y="190"/>
                    <a:pt x="1639" y="410"/>
                  </a:cubicBezTo>
                  <a:lnTo>
                    <a:pt x="1639" y="788"/>
                  </a:lnTo>
                  <a:lnTo>
                    <a:pt x="1198" y="788"/>
                  </a:lnTo>
                  <a:cubicBezTo>
                    <a:pt x="536" y="788"/>
                    <a:pt x="1" y="1324"/>
                    <a:pt x="1" y="2049"/>
                  </a:cubicBezTo>
                  <a:lnTo>
                    <a:pt x="1" y="9767"/>
                  </a:lnTo>
                  <a:cubicBezTo>
                    <a:pt x="1" y="10429"/>
                    <a:pt x="536" y="11028"/>
                    <a:pt x="1198" y="11028"/>
                  </a:cubicBezTo>
                  <a:lnTo>
                    <a:pt x="5230" y="11028"/>
                  </a:lnTo>
                  <a:cubicBezTo>
                    <a:pt x="5987" y="12004"/>
                    <a:pt x="7184" y="12697"/>
                    <a:pt x="8538" y="12697"/>
                  </a:cubicBezTo>
                  <a:cubicBezTo>
                    <a:pt x="10807" y="12697"/>
                    <a:pt x="12666" y="10838"/>
                    <a:pt x="12666" y="8539"/>
                  </a:cubicBezTo>
                  <a:lnTo>
                    <a:pt x="12666" y="2080"/>
                  </a:lnTo>
                  <a:cubicBezTo>
                    <a:pt x="12666" y="1356"/>
                    <a:pt x="12130" y="788"/>
                    <a:pt x="11405" y="788"/>
                  </a:cubicBezTo>
                  <a:lnTo>
                    <a:pt x="11027" y="788"/>
                  </a:lnTo>
                  <a:lnTo>
                    <a:pt x="11027" y="410"/>
                  </a:lnTo>
                  <a:cubicBezTo>
                    <a:pt x="11027" y="158"/>
                    <a:pt x="10807" y="1"/>
                    <a:pt x="10618" y="1"/>
                  </a:cubicBezTo>
                  <a:cubicBezTo>
                    <a:pt x="10429" y="1"/>
                    <a:pt x="10177" y="190"/>
                    <a:pt x="10177" y="410"/>
                  </a:cubicBezTo>
                  <a:lnTo>
                    <a:pt x="10177" y="788"/>
                  </a:lnTo>
                  <a:lnTo>
                    <a:pt x="6711" y="788"/>
                  </a:lnTo>
                  <a:lnTo>
                    <a:pt x="6711" y="410"/>
                  </a:lnTo>
                  <a:cubicBezTo>
                    <a:pt x="6711" y="158"/>
                    <a:pt x="6522" y="1"/>
                    <a:pt x="6333" y="1"/>
                  </a:cubicBezTo>
                  <a:cubicBezTo>
                    <a:pt x="6144" y="1"/>
                    <a:pt x="5892" y="190"/>
                    <a:pt x="5892" y="410"/>
                  </a:cubicBezTo>
                  <a:lnTo>
                    <a:pt x="5892" y="788"/>
                  </a:lnTo>
                  <a:lnTo>
                    <a:pt x="2427" y="788"/>
                  </a:lnTo>
                  <a:lnTo>
                    <a:pt x="2427" y="410"/>
                  </a:lnTo>
                  <a:cubicBezTo>
                    <a:pt x="2427" y="158"/>
                    <a:pt x="2237" y="1"/>
                    <a:pt x="204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9" name="Google Shape;669;p34"/>
          <p:cNvGrpSpPr/>
          <p:nvPr/>
        </p:nvGrpSpPr>
        <p:grpSpPr>
          <a:xfrm>
            <a:off x="5425138" y="3558951"/>
            <a:ext cx="368157" cy="365699"/>
            <a:chOff x="-59470075" y="3308975"/>
            <a:chExt cx="318200" cy="316075"/>
          </a:xfrm>
        </p:grpSpPr>
        <p:sp>
          <p:nvSpPr>
            <p:cNvPr id="670" name="Google Shape;670;p34"/>
            <p:cNvSpPr/>
            <p:nvPr/>
          </p:nvSpPr>
          <p:spPr>
            <a:xfrm>
              <a:off x="-59403925" y="3522625"/>
              <a:ext cx="21275" cy="20500"/>
            </a:xfrm>
            <a:custGeom>
              <a:rect b="b" l="l" r="r" t="t"/>
              <a:pathLst>
                <a:path extrusionOk="0" h="820" w="851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-593621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-593212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-592794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-59470075" y="3418825"/>
              <a:ext cx="317425" cy="206225"/>
            </a:xfrm>
            <a:custGeom>
              <a:rect b="b" l="l" r="r" t="t"/>
              <a:pathLst>
                <a:path extrusionOk="0" h="8249" w="12697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-592385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-59292875" y="3308975"/>
              <a:ext cx="106350" cy="41400"/>
            </a:xfrm>
            <a:custGeom>
              <a:rect b="b" l="l" r="r" t="t"/>
              <a:pathLst>
                <a:path extrusionOk="0" h="1656" w="4254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-59214100" y="3371400"/>
              <a:ext cx="62225" cy="68550"/>
            </a:xfrm>
            <a:custGeom>
              <a:rect b="b" l="l" r="r" t="t"/>
              <a:pathLst>
                <a:path extrusionOk="0" h="2742" w="2489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-59297600" y="3392600"/>
              <a:ext cx="62250" cy="48150"/>
            </a:xfrm>
            <a:custGeom>
              <a:rect b="b" l="l" r="r" t="t"/>
              <a:pathLst>
                <a:path extrusionOk="0" h="1926" w="249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p34"/>
          <p:cNvGrpSpPr/>
          <p:nvPr/>
        </p:nvGrpSpPr>
        <p:grpSpPr>
          <a:xfrm>
            <a:off x="2770568" y="2194656"/>
            <a:ext cx="367261" cy="364686"/>
            <a:chOff x="-64781025" y="3361050"/>
            <a:chExt cx="317425" cy="315200"/>
          </a:xfrm>
        </p:grpSpPr>
        <p:sp>
          <p:nvSpPr>
            <p:cNvPr id="680" name="Google Shape;680;p34"/>
            <p:cNvSpPr/>
            <p:nvPr/>
          </p:nvSpPr>
          <p:spPr>
            <a:xfrm>
              <a:off x="-64764500" y="3388725"/>
              <a:ext cx="272550" cy="272550"/>
            </a:xfrm>
            <a:custGeom>
              <a:rect b="b" l="l" r="r" t="t"/>
              <a:pathLst>
                <a:path extrusionOk="0" h="10902" w="10902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-64568375" y="3361050"/>
              <a:ext cx="104775" cy="105675"/>
            </a:xfrm>
            <a:custGeom>
              <a:rect b="b" l="l" r="r" t="t"/>
              <a:pathLst>
                <a:path extrusionOk="0" h="4227" w="4191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-64645575" y="3596675"/>
              <a:ext cx="85100" cy="79575"/>
            </a:xfrm>
            <a:custGeom>
              <a:rect b="b" l="l" r="r" t="t"/>
              <a:pathLst>
                <a:path extrusionOk="0" h="3183" w="3404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-64781025" y="3456475"/>
              <a:ext cx="80350" cy="85075"/>
            </a:xfrm>
            <a:custGeom>
              <a:rect b="b" l="l" r="r" t="t"/>
              <a:pathLst>
                <a:path extrusionOk="0" h="3403" w="3214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4" name="Google Shape;684;p34"/>
          <p:cNvSpPr/>
          <p:nvPr/>
        </p:nvSpPr>
        <p:spPr>
          <a:xfrm>
            <a:off x="2770443" y="2637262"/>
            <a:ext cx="367261" cy="365438"/>
          </a:xfrm>
          <a:custGeom>
            <a:rect b="b" l="l" r="r" t="t"/>
            <a:pathLst>
              <a:path extrusionOk="0" h="12634" w="12697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2797777" y="3065264"/>
            <a:ext cx="312592" cy="367261"/>
          </a:xfrm>
          <a:custGeom>
            <a:rect b="b" l="l" r="r" t="t"/>
            <a:pathLst>
              <a:path extrusionOk="0" h="12697" w="10807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4983062" y="2233905"/>
            <a:ext cx="366335" cy="286155"/>
          </a:xfrm>
          <a:custGeom>
            <a:rect b="b" l="l" r="r" t="t"/>
            <a:pathLst>
              <a:path extrusionOk="0" h="9893" w="12665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7" name="Google Shape;687;p34"/>
          <p:cNvGrpSpPr/>
          <p:nvPr/>
        </p:nvGrpSpPr>
        <p:grpSpPr>
          <a:xfrm>
            <a:off x="4974968" y="2636095"/>
            <a:ext cx="382765" cy="367810"/>
            <a:chOff x="-62890750" y="3747425"/>
            <a:chExt cx="330825" cy="317900"/>
          </a:xfrm>
        </p:grpSpPr>
        <p:sp>
          <p:nvSpPr>
            <p:cNvPr id="688" name="Google Shape;688;p34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2" name="Google Shape;702;p34"/>
          <p:cNvGrpSpPr/>
          <p:nvPr/>
        </p:nvGrpSpPr>
        <p:grpSpPr>
          <a:xfrm>
            <a:off x="4982720" y="3065732"/>
            <a:ext cx="367261" cy="366364"/>
            <a:chOff x="-62884425" y="4111775"/>
            <a:chExt cx="317425" cy="316650"/>
          </a:xfrm>
        </p:grpSpPr>
        <p:sp>
          <p:nvSpPr>
            <p:cNvPr id="703" name="Google Shape;703;p34"/>
            <p:cNvSpPr/>
            <p:nvPr/>
          </p:nvSpPr>
          <p:spPr>
            <a:xfrm>
              <a:off x="-62884425" y="4325225"/>
              <a:ext cx="317425" cy="103200"/>
            </a:xfrm>
            <a:custGeom>
              <a:rect b="b" l="l" r="r" t="t"/>
              <a:pathLst>
                <a:path extrusionOk="0" h="4128" w="12697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-62884425" y="4111775"/>
              <a:ext cx="317425" cy="193000"/>
            </a:xfrm>
            <a:custGeom>
              <a:rect b="b" l="l" r="r" t="t"/>
              <a:pathLst>
                <a:path extrusionOk="0" h="7720" w="12697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5" name="Google Shape;705;p34"/>
          <p:cNvGrpSpPr/>
          <p:nvPr/>
        </p:nvGrpSpPr>
        <p:grpSpPr>
          <a:xfrm>
            <a:off x="3655354" y="3561801"/>
            <a:ext cx="365438" cy="360001"/>
            <a:chOff x="-60991775" y="3376900"/>
            <a:chExt cx="315850" cy="311150"/>
          </a:xfrm>
        </p:grpSpPr>
        <p:sp>
          <p:nvSpPr>
            <p:cNvPr id="706" name="Google Shape;706;p34"/>
            <p:cNvSpPr/>
            <p:nvPr/>
          </p:nvSpPr>
          <p:spPr>
            <a:xfrm>
              <a:off x="-60991000" y="3376900"/>
              <a:ext cx="315075" cy="311150"/>
            </a:xfrm>
            <a:custGeom>
              <a:rect b="b" l="l" r="r" t="t"/>
              <a:pathLst>
                <a:path extrusionOk="0" h="12446" w="12603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-60991775" y="3404275"/>
              <a:ext cx="174875" cy="89250"/>
            </a:xfrm>
            <a:custGeom>
              <a:rect b="b" l="l" r="r" t="t"/>
              <a:pathLst>
                <a:path extrusionOk="0" h="3570" w="6995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-60795650" y="3513975"/>
              <a:ext cx="89000" cy="173300"/>
            </a:xfrm>
            <a:custGeom>
              <a:rect b="b" l="l" r="r" t="t"/>
              <a:pathLst>
                <a:path extrusionOk="0" h="6932" w="356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9" name="Google Shape;709;p34"/>
          <p:cNvGrpSpPr/>
          <p:nvPr/>
        </p:nvGrpSpPr>
        <p:grpSpPr>
          <a:xfrm>
            <a:off x="3654891" y="4012665"/>
            <a:ext cx="366364" cy="359075"/>
            <a:chOff x="-60988625" y="3740800"/>
            <a:chExt cx="316650" cy="310350"/>
          </a:xfrm>
        </p:grpSpPr>
        <p:sp>
          <p:nvSpPr>
            <p:cNvPr id="710" name="Google Shape;710;p34"/>
            <p:cNvSpPr/>
            <p:nvPr/>
          </p:nvSpPr>
          <p:spPr>
            <a:xfrm>
              <a:off x="-60988625" y="3740800"/>
              <a:ext cx="311125" cy="310350"/>
            </a:xfrm>
            <a:custGeom>
              <a:rect b="b" l="l" r="r" t="t"/>
              <a:pathLst>
                <a:path extrusionOk="0" h="12414" w="12445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-60742100" y="3920375"/>
              <a:ext cx="68550" cy="55175"/>
            </a:xfrm>
            <a:custGeom>
              <a:rect b="b" l="l" r="r" t="t"/>
              <a:pathLst>
                <a:path extrusionOk="0" h="2207" w="2742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-60740525" y="3741600"/>
              <a:ext cx="68550" cy="158325"/>
            </a:xfrm>
            <a:custGeom>
              <a:rect b="b" l="l" r="r" t="t"/>
              <a:pathLst>
                <a:path extrusionOk="0" h="6333" w="2742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34"/>
          <p:cNvGrpSpPr/>
          <p:nvPr/>
        </p:nvGrpSpPr>
        <p:grpSpPr>
          <a:xfrm>
            <a:off x="3654891" y="4468116"/>
            <a:ext cx="366364" cy="365207"/>
            <a:chOff x="-60987850" y="4100950"/>
            <a:chExt cx="316650" cy="315650"/>
          </a:xfrm>
        </p:grpSpPr>
        <p:sp>
          <p:nvSpPr>
            <p:cNvPr id="714" name="Google Shape;714;p34"/>
            <p:cNvSpPr/>
            <p:nvPr/>
          </p:nvSpPr>
          <p:spPr>
            <a:xfrm>
              <a:off x="-60987850" y="4355925"/>
              <a:ext cx="315875" cy="60675"/>
            </a:xfrm>
            <a:custGeom>
              <a:rect b="b" l="l" r="r" t="t"/>
              <a:pathLst>
                <a:path extrusionOk="0" h="2427" w="12635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-60987050" y="4100950"/>
              <a:ext cx="315850" cy="123475"/>
            </a:xfrm>
            <a:custGeom>
              <a:rect b="b" l="l" r="r" t="t"/>
              <a:pathLst>
                <a:path extrusionOk="0" h="4939" w="12634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-60757075" y="4245675"/>
              <a:ext cx="61475" cy="89025"/>
            </a:xfrm>
            <a:custGeom>
              <a:rect b="b" l="l" r="r" t="t"/>
              <a:pathLst>
                <a:path extrusionOk="0" h="3561" w="2459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-60861025" y="4245675"/>
              <a:ext cx="62225" cy="89025"/>
            </a:xfrm>
            <a:custGeom>
              <a:rect b="b" l="l" r="r" t="t"/>
              <a:pathLst>
                <a:path extrusionOk="0" h="3561" w="2489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-60964200" y="4245675"/>
              <a:ext cx="62225" cy="89025"/>
            </a:xfrm>
            <a:custGeom>
              <a:rect b="b" l="l" r="r" t="t"/>
              <a:pathLst>
                <a:path extrusionOk="0" h="3561" w="2489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9" name="Google Shape;719;p34"/>
          <p:cNvGrpSpPr/>
          <p:nvPr/>
        </p:nvGrpSpPr>
        <p:grpSpPr>
          <a:xfrm>
            <a:off x="5424675" y="4013576"/>
            <a:ext cx="369083" cy="357253"/>
            <a:chOff x="-59447250" y="3706150"/>
            <a:chExt cx="319000" cy="308775"/>
          </a:xfrm>
        </p:grpSpPr>
        <p:sp>
          <p:nvSpPr>
            <p:cNvPr id="720" name="Google Shape;720;p34"/>
            <p:cNvSpPr/>
            <p:nvPr/>
          </p:nvSpPr>
          <p:spPr>
            <a:xfrm>
              <a:off x="-59381875" y="3922750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36"/>
                    <a:pt x="2363" y="0"/>
                    <a:pt x="160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-59364550" y="3861525"/>
              <a:ext cx="43350" cy="40900"/>
            </a:xfrm>
            <a:custGeom>
              <a:rect b="b" l="l" r="r" t="t"/>
              <a:pathLst>
                <a:path extrusionOk="0" h="1636" w="1734">
                  <a:moveTo>
                    <a:pt x="858" y="0"/>
                  </a:moveTo>
                  <a:cubicBezTo>
                    <a:pt x="784" y="0"/>
                    <a:pt x="707" y="8"/>
                    <a:pt x="631" y="23"/>
                  </a:cubicBezTo>
                  <a:cubicBezTo>
                    <a:pt x="347" y="118"/>
                    <a:pt x="127" y="307"/>
                    <a:pt x="95" y="590"/>
                  </a:cubicBezTo>
                  <a:cubicBezTo>
                    <a:pt x="1" y="906"/>
                    <a:pt x="95" y="1189"/>
                    <a:pt x="284" y="1410"/>
                  </a:cubicBezTo>
                  <a:cubicBezTo>
                    <a:pt x="446" y="1548"/>
                    <a:pt x="658" y="1636"/>
                    <a:pt x="871" y="1636"/>
                  </a:cubicBezTo>
                  <a:cubicBezTo>
                    <a:pt x="949" y="1636"/>
                    <a:pt x="1027" y="1624"/>
                    <a:pt x="1103" y="1599"/>
                  </a:cubicBezTo>
                  <a:cubicBezTo>
                    <a:pt x="1387" y="1536"/>
                    <a:pt x="1607" y="1347"/>
                    <a:pt x="1670" y="1063"/>
                  </a:cubicBezTo>
                  <a:cubicBezTo>
                    <a:pt x="1733" y="748"/>
                    <a:pt x="1670" y="464"/>
                    <a:pt x="1450" y="244"/>
                  </a:cubicBezTo>
                  <a:cubicBezTo>
                    <a:pt x="1307" y="77"/>
                    <a:pt x="1091" y="0"/>
                    <a:pt x="85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-59447250" y="3706150"/>
              <a:ext cx="319000" cy="308775"/>
            </a:xfrm>
            <a:custGeom>
              <a:rect b="b" l="l" r="r" t="t"/>
              <a:pathLst>
                <a:path extrusionOk="0" h="12351" w="12760">
                  <a:moveTo>
                    <a:pt x="6428" y="820"/>
                  </a:moveTo>
                  <a:cubicBezTo>
                    <a:pt x="6900" y="820"/>
                    <a:pt x="7247" y="1166"/>
                    <a:pt x="7247" y="1639"/>
                  </a:cubicBezTo>
                  <a:lnTo>
                    <a:pt x="7247" y="4128"/>
                  </a:lnTo>
                  <a:lnTo>
                    <a:pt x="5609" y="4128"/>
                  </a:lnTo>
                  <a:lnTo>
                    <a:pt x="5609" y="1639"/>
                  </a:lnTo>
                  <a:cubicBezTo>
                    <a:pt x="5609" y="1166"/>
                    <a:pt x="5955" y="820"/>
                    <a:pt x="6428" y="820"/>
                  </a:cubicBezTo>
                  <a:close/>
                  <a:moveTo>
                    <a:pt x="10681" y="6616"/>
                  </a:moveTo>
                  <a:cubicBezTo>
                    <a:pt x="10901" y="6616"/>
                    <a:pt x="11059" y="6805"/>
                    <a:pt x="11059" y="6994"/>
                  </a:cubicBezTo>
                  <a:cubicBezTo>
                    <a:pt x="11122" y="7247"/>
                    <a:pt x="10901" y="7436"/>
                    <a:pt x="10681" y="7436"/>
                  </a:cubicBezTo>
                  <a:lnTo>
                    <a:pt x="8192" y="7436"/>
                  </a:lnTo>
                  <a:cubicBezTo>
                    <a:pt x="7971" y="7436"/>
                    <a:pt x="7751" y="7247"/>
                    <a:pt x="7751" y="6994"/>
                  </a:cubicBezTo>
                  <a:cubicBezTo>
                    <a:pt x="7751" y="6742"/>
                    <a:pt x="7971" y="6616"/>
                    <a:pt x="8192" y="6616"/>
                  </a:cubicBezTo>
                  <a:close/>
                  <a:moveTo>
                    <a:pt x="10681" y="8255"/>
                  </a:moveTo>
                  <a:cubicBezTo>
                    <a:pt x="10901" y="8255"/>
                    <a:pt x="11059" y="8444"/>
                    <a:pt x="11059" y="8696"/>
                  </a:cubicBezTo>
                  <a:cubicBezTo>
                    <a:pt x="11122" y="8885"/>
                    <a:pt x="10901" y="9074"/>
                    <a:pt x="10681" y="9074"/>
                  </a:cubicBezTo>
                  <a:lnTo>
                    <a:pt x="8192" y="9074"/>
                  </a:lnTo>
                  <a:cubicBezTo>
                    <a:pt x="7971" y="9074"/>
                    <a:pt x="7751" y="8885"/>
                    <a:pt x="7751" y="8696"/>
                  </a:cubicBezTo>
                  <a:cubicBezTo>
                    <a:pt x="7751" y="8444"/>
                    <a:pt x="7971" y="8255"/>
                    <a:pt x="8192" y="8255"/>
                  </a:cubicBezTo>
                  <a:close/>
                  <a:moveTo>
                    <a:pt x="4233" y="5360"/>
                  </a:moveTo>
                  <a:cubicBezTo>
                    <a:pt x="4671" y="5360"/>
                    <a:pt x="5082" y="5531"/>
                    <a:pt x="5388" y="5860"/>
                  </a:cubicBezTo>
                  <a:cubicBezTo>
                    <a:pt x="5829" y="6301"/>
                    <a:pt x="5987" y="6868"/>
                    <a:pt x="5829" y="7467"/>
                  </a:cubicBezTo>
                  <a:cubicBezTo>
                    <a:pt x="5766" y="7751"/>
                    <a:pt x="5640" y="7971"/>
                    <a:pt x="5451" y="8192"/>
                  </a:cubicBezTo>
                  <a:cubicBezTo>
                    <a:pt x="6176" y="8601"/>
                    <a:pt x="6711" y="9389"/>
                    <a:pt x="6711" y="10334"/>
                  </a:cubicBezTo>
                  <a:cubicBezTo>
                    <a:pt x="6711" y="10555"/>
                    <a:pt x="6491" y="10744"/>
                    <a:pt x="6270" y="10744"/>
                  </a:cubicBezTo>
                  <a:lnTo>
                    <a:pt x="2143" y="10744"/>
                  </a:lnTo>
                  <a:cubicBezTo>
                    <a:pt x="1891" y="10744"/>
                    <a:pt x="1733" y="10555"/>
                    <a:pt x="1733" y="10303"/>
                  </a:cubicBezTo>
                  <a:cubicBezTo>
                    <a:pt x="1733" y="9357"/>
                    <a:pt x="2238" y="8570"/>
                    <a:pt x="3025" y="8129"/>
                  </a:cubicBezTo>
                  <a:cubicBezTo>
                    <a:pt x="2647" y="7688"/>
                    <a:pt x="2490" y="7121"/>
                    <a:pt x="2647" y="6553"/>
                  </a:cubicBezTo>
                  <a:cubicBezTo>
                    <a:pt x="2805" y="6018"/>
                    <a:pt x="3246" y="5577"/>
                    <a:pt x="3781" y="5419"/>
                  </a:cubicBezTo>
                  <a:cubicBezTo>
                    <a:pt x="3933" y="5379"/>
                    <a:pt x="4084" y="5360"/>
                    <a:pt x="4233" y="5360"/>
                  </a:cubicBezTo>
                  <a:close/>
                  <a:moveTo>
                    <a:pt x="10681" y="9893"/>
                  </a:moveTo>
                  <a:cubicBezTo>
                    <a:pt x="10901" y="9893"/>
                    <a:pt x="11059" y="10113"/>
                    <a:pt x="11059" y="10303"/>
                  </a:cubicBezTo>
                  <a:cubicBezTo>
                    <a:pt x="11122" y="10555"/>
                    <a:pt x="10901" y="10744"/>
                    <a:pt x="10681" y="10744"/>
                  </a:cubicBezTo>
                  <a:lnTo>
                    <a:pt x="8192" y="10744"/>
                  </a:lnTo>
                  <a:cubicBezTo>
                    <a:pt x="7971" y="10744"/>
                    <a:pt x="7751" y="10555"/>
                    <a:pt x="7751" y="10303"/>
                  </a:cubicBezTo>
                  <a:cubicBezTo>
                    <a:pt x="7751" y="10050"/>
                    <a:pt x="7971" y="9893"/>
                    <a:pt x="8192" y="9893"/>
                  </a:cubicBezTo>
                  <a:close/>
                  <a:moveTo>
                    <a:pt x="6396" y="0"/>
                  </a:moveTo>
                  <a:cubicBezTo>
                    <a:pt x="5483" y="0"/>
                    <a:pt x="4726" y="725"/>
                    <a:pt x="4726" y="1639"/>
                  </a:cubicBezTo>
                  <a:lnTo>
                    <a:pt x="4726" y="2458"/>
                  </a:lnTo>
                  <a:lnTo>
                    <a:pt x="1261" y="2458"/>
                  </a:lnTo>
                  <a:cubicBezTo>
                    <a:pt x="599" y="2458"/>
                    <a:pt x="1" y="3025"/>
                    <a:pt x="1" y="3686"/>
                  </a:cubicBezTo>
                  <a:lnTo>
                    <a:pt x="1" y="11122"/>
                  </a:lnTo>
                  <a:cubicBezTo>
                    <a:pt x="1" y="11815"/>
                    <a:pt x="568" y="12350"/>
                    <a:pt x="1261" y="12350"/>
                  </a:cubicBezTo>
                  <a:lnTo>
                    <a:pt x="11468" y="12350"/>
                  </a:lnTo>
                  <a:cubicBezTo>
                    <a:pt x="12130" y="12350"/>
                    <a:pt x="12697" y="11815"/>
                    <a:pt x="12697" y="11122"/>
                  </a:cubicBezTo>
                  <a:lnTo>
                    <a:pt x="12697" y="3686"/>
                  </a:lnTo>
                  <a:cubicBezTo>
                    <a:pt x="12760" y="3025"/>
                    <a:pt x="12162" y="2458"/>
                    <a:pt x="11500" y="2458"/>
                  </a:cubicBezTo>
                  <a:lnTo>
                    <a:pt x="8034" y="2458"/>
                  </a:lnTo>
                  <a:lnTo>
                    <a:pt x="8034" y="1639"/>
                  </a:lnTo>
                  <a:cubicBezTo>
                    <a:pt x="8034" y="725"/>
                    <a:pt x="7278" y="0"/>
                    <a:pt x="639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-59293650" y="3740025"/>
              <a:ext cx="14175" cy="14200"/>
            </a:xfrm>
            <a:custGeom>
              <a:rect b="b" l="l" r="r" t="t"/>
              <a:pathLst>
                <a:path extrusionOk="0" h="568" w="567">
                  <a:moveTo>
                    <a:pt x="284" y="0"/>
                  </a:moveTo>
                  <a:cubicBezTo>
                    <a:pt x="126" y="0"/>
                    <a:pt x="0" y="126"/>
                    <a:pt x="0" y="284"/>
                  </a:cubicBezTo>
                  <a:cubicBezTo>
                    <a:pt x="0" y="441"/>
                    <a:pt x="126" y="567"/>
                    <a:pt x="284" y="567"/>
                  </a:cubicBezTo>
                  <a:cubicBezTo>
                    <a:pt x="441" y="567"/>
                    <a:pt x="567" y="441"/>
                    <a:pt x="567" y="284"/>
                  </a:cubicBezTo>
                  <a:cubicBezTo>
                    <a:pt x="567" y="126"/>
                    <a:pt x="441" y="0"/>
                    <a:pt x="28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4" name="Google Shape;724;p34"/>
          <p:cNvGrpSpPr/>
          <p:nvPr/>
        </p:nvGrpSpPr>
        <p:grpSpPr>
          <a:xfrm>
            <a:off x="3213403" y="2194887"/>
            <a:ext cx="368186" cy="364224"/>
            <a:chOff x="-64406125" y="3362225"/>
            <a:chExt cx="318225" cy="314800"/>
          </a:xfrm>
        </p:grpSpPr>
        <p:sp>
          <p:nvSpPr>
            <p:cNvPr id="725" name="Google Shape;725;p34"/>
            <p:cNvSpPr/>
            <p:nvPr/>
          </p:nvSpPr>
          <p:spPr>
            <a:xfrm>
              <a:off x="-64332100" y="3362225"/>
              <a:ext cx="170150" cy="199025"/>
            </a:xfrm>
            <a:custGeom>
              <a:rect b="b" l="l" r="r" t="t"/>
              <a:pathLst>
                <a:path extrusionOk="0" h="7961" w="6806">
                  <a:moveTo>
                    <a:pt x="4506" y="3266"/>
                  </a:moveTo>
                  <a:cubicBezTo>
                    <a:pt x="4569" y="3266"/>
                    <a:pt x="4601" y="3298"/>
                    <a:pt x="4632" y="3298"/>
                  </a:cubicBezTo>
                  <a:lnTo>
                    <a:pt x="5577" y="4621"/>
                  </a:lnTo>
                  <a:cubicBezTo>
                    <a:pt x="5420" y="5881"/>
                    <a:pt x="4664" y="7110"/>
                    <a:pt x="3403" y="7110"/>
                  </a:cubicBezTo>
                  <a:cubicBezTo>
                    <a:pt x="2206" y="7110"/>
                    <a:pt x="1419" y="5944"/>
                    <a:pt x="1261" y="4621"/>
                  </a:cubicBezTo>
                  <a:lnTo>
                    <a:pt x="2206" y="3298"/>
                  </a:lnTo>
                  <a:cubicBezTo>
                    <a:pt x="2238" y="3266"/>
                    <a:pt x="2269" y="3266"/>
                    <a:pt x="2301" y="3266"/>
                  </a:cubicBezTo>
                  <a:close/>
                  <a:moveTo>
                    <a:pt x="4055" y="1"/>
                  </a:moveTo>
                  <a:cubicBezTo>
                    <a:pt x="3400" y="1"/>
                    <a:pt x="2703" y="167"/>
                    <a:pt x="2049" y="494"/>
                  </a:cubicBezTo>
                  <a:cubicBezTo>
                    <a:pt x="1957" y="483"/>
                    <a:pt x="1867" y="478"/>
                    <a:pt x="1779" y="478"/>
                  </a:cubicBezTo>
                  <a:cubicBezTo>
                    <a:pt x="1354" y="478"/>
                    <a:pt x="976" y="600"/>
                    <a:pt x="662" y="809"/>
                  </a:cubicBezTo>
                  <a:cubicBezTo>
                    <a:pt x="347" y="1061"/>
                    <a:pt x="1" y="1534"/>
                    <a:pt x="1" y="2384"/>
                  </a:cubicBezTo>
                  <a:cubicBezTo>
                    <a:pt x="1" y="2857"/>
                    <a:pt x="95" y="3613"/>
                    <a:pt x="347" y="4621"/>
                  </a:cubicBezTo>
                  <a:cubicBezTo>
                    <a:pt x="473" y="4810"/>
                    <a:pt x="536" y="6070"/>
                    <a:pt x="1482" y="7078"/>
                  </a:cubicBezTo>
                  <a:cubicBezTo>
                    <a:pt x="2049" y="7646"/>
                    <a:pt x="2710" y="7961"/>
                    <a:pt x="3403" y="7961"/>
                  </a:cubicBezTo>
                  <a:cubicBezTo>
                    <a:pt x="5136" y="7961"/>
                    <a:pt x="6207" y="6417"/>
                    <a:pt x="6396" y="4621"/>
                  </a:cubicBezTo>
                  <a:cubicBezTo>
                    <a:pt x="6554" y="4085"/>
                    <a:pt x="6774" y="3046"/>
                    <a:pt x="6806" y="2447"/>
                  </a:cubicBezTo>
                  <a:cubicBezTo>
                    <a:pt x="6806" y="1565"/>
                    <a:pt x="6459" y="872"/>
                    <a:pt x="5703" y="431"/>
                  </a:cubicBezTo>
                  <a:cubicBezTo>
                    <a:pt x="5234" y="143"/>
                    <a:pt x="4662" y="1"/>
                    <a:pt x="405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-64406125" y="3559050"/>
              <a:ext cx="318225" cy="117975"/>
            </a:xfrm>
            <a:custGeom>
              <a:rect b="b" l="l" r="r" t="t"/>
              <a:pathLst>
                <a:path extrusionOk="0" h="4719" w="12729">
                  <a:moveTo>
                    <a:pt x="4474" y="1001"/>
                  </a:moveTo>
                  <a:lnTo>
                    <a:pt x="5797" y="2293"/>
                  </a:lnTo>
                  <a:lnTo>
                    <a:pt x="5199" y="2891"/>
                  </a:lnTo>
                  <a:lnTo>
                    <a:pt x="4002" y="1159"/>
                  </a:lnTo>
                  <a:cubicBezTo>
                    <a:pt x="4159" y="1096"/>
                    <a:pt x="4380" y="1064"/>
                    <a:pt x="4474" y="1001"/>
                  </a:cubicBezTo>
                  <a:close/>
                  <a:moveTo>
                    <a:pt x="8318" y="1001"/>
                  </a:moveTo>
                  <a:cubicBezTo>
                    <a:pt x="8475" y="1064"/>
                    <a:pt x="8633" y="1159"/>
                    <a:pt x="8790" y="1190"/>
                  </a:cubicBezTo>
                  <a:lnTo>
                    <a:pt x="7593" y="2891"/>
                  </a:lnTo>
                  <a:lnTo>
                    <a:pt x="6995" y="2293"/>
                  </a:lnTo>
                  <a:lnTo>
                    <a:pt x="8318" y="1001"/>
                  </a:lnTo>
                  <a:close/>
                  <a:moveTo>
                    <a:pt x="10681" y="3112"/>
                  </a:moveTo>
                  <a:cubicBezTo>
                    <a:pt x="10901" y="3112"/>
                    <a:pt x="11059" y="3301"/>
                    <a:pt x="11059" y="3553"/>
                  </a:cubicBezTo>
                  <a:cubicBezTo>
                    <a:pt x="11059" y="3742"/>
                    <a:pt x="10870" y="3931"/>
                    <a:pt x="10681" y="3931"/>
                  </a:cubicBezTo>
                  <a:lnTo>
                    <a:pt x="9578" y="3931"/>
                  </a:lnTo>
                  <a:cubicBezTo>
                    <a:pt x="9326" y="3931"/>
                    <a:pt x="9137" y="3742"/>
                    <a:pt x="9137" y="3553"/>
                  </a:cubicBezTo>
                  <a:cubicBezTo>
                    <a:pt x="9137" y="3301"/>
                    <a:pt x="9326" y="3112"/>
                    <a:pt x="9578" y="3112"/>
                  </a:cubicBezTo>
                  <a:close/>
                  <a:moveTo>
                    <a:pt x="4458" y="1"/>
                  </a:moveTo>
                  <a:cubicBezTo>
                    <a:pt x="4348" y="1"/>
                    <a:pt x="4238" y="40"/>
                    <a:pt x="4159" y="119"/>
                  </a:cubicBezTo>
                  <a:cubicBezTo>
                    <a:pt x="4065" y="245"/>
                    <a:pt x="3939" y="308"/>
                    <a:pt x="3781" y="308"/>
                  </a:cubicBezTo>
                  <a:lnTo>
                    <a:pt x="2395" y="308"/>
                  </a:lnTo>
                  <a:cubicBezTo>
                    <a:pt x="914" y="308"/>
                    <a:pt x="0" y="1442"/>
                    <a:pt x="0" y="2639"/>
                  </a:cubicBezTo>
                  <a:lnTo>
                    <a:pt x="0" y="4341"/>
                  </a:lnTo>
                  <a:cubicBezTo>
                    <a:pt x="0" y="4561"/>
                    <a:pt x="189" y="4719"/>
                    <a:pt x="441" y="4719"/>
                  </a:cubicBezTo>
                  <a:lnTo>
                    <a:pt x="12287" y="4719"/>
                  </a:lnTo>
                  <a:cubicBezTo>
                    <a:pt x="12508" y="4719"/>
                    <a:pt x="12665" y="4530"/>
                    <a:pt x="12665" y="4341"/>
                  </a:cubicBezTo>
                  <a:lnTo>
                    <a:pt x="12665" y="2639"/>
                  </a:lnTo>
                  <a:cubicBezTo>
                    <a:pt x="12728" y="1474"/>
                    <a:pt x="11783" y="371"/>
                    <a:pt x="10303" y="371"/>
                  </a:cubicBezTo>
                  <a:lnTo>
                    <a:pt x="8948" y="371"/>
                  </a:lnTo>
                  <a:cubicBezTo>
                    <a:pt x="8727" y="371"/>
                    <a:pt x="8664" y="277"/>
                    <a:pt x="8538" y="151"/>
                  </a:cubicBezTo>
                  <a:cubicBezTo>
                    <a:pt x="8456" y="52"/>
                    <a:pt x="8339" y="5"/>
                    <a:pt x="8219" y="5"/>
                  </a:cubicBezTo>
                  <a:cubicBezTo>
                    <a:pt x="8110" y="5"/>
                    <a:pt x="7998" y="44"/>
                    <a:pt x="7908" y="119"/>
                  </a:cubicBezTo>
                  <a:lnTo>
                    <a:pt x="6333" y="1694"/>
                  </a:lnTo>
                  <a:lnTo>
                    <a:pt x="4758" y="119"/>
                  </a:lnTo>
                  <a:cubicBezTo>
                    <a:pt x="4679" y="40"/>
                    <a:pt x="4569" y="1"/>
                    <a:pt x="445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34"/>
          <p:cNvSpPr/>
          <p:nvPr/>
        </p:nvSpPr>
        <p:spPr>
          <a:xfrm>
            <a:off x="3276610" y="2636351"/>
            <a:ext cx="241524" cy="367261"/>
          </a:xfrm>
          <a:custGeom>
            <a:rect b="b" l="l" r="r" t="t"/>
            <a:pathLst>
              <a:path extrusionOk="0" h="12697" w="8350">
                <a:moveTo>
                  <a:pt x="4222" y="1166"/>
                </a:moveTo>
                <a:cubicBezTo>
                  <a:pt x="4443" y="1166"/>
                  <a:pt x="4600" y="1386"/>
                  <a:pt x="4600" y="1607"/>
                </a:cubicBezTo>
                <a:lnTo>
                  <a:pt x="4600" y="1890"/>
                </a:lnTo>
                <a:cubicBezTo>
                  <a:pt x="5073" y="2048"/>
                  <a:pt x="5451" y="2520"/>
                  <a:pt x="5451" y="3088"/>
                </a:cubicBezTo>
                <a:cubicBezTo>
                  <a:pt x="5451" y="3308"/>
                  <a:pt x="5231" y="3497"/>
                  <a:pt x="5010" y="3497"/>
                </a:cubicBezTo>
                <a:cubicBezTo>
                  <a:pt x="4758" y="3497"/>
                  <a:pt x="4600" y="3308"/>
                  <a:pt x="4600" y="3088"/>
                </a:cubicBezTo>
                <a:cubicBezTo>
                  <a:pt x="4600" y="2835"/>
                  <a:pt x="4411" y="2678"/>
                  <a:pt x="4222" y="2678"/>
                </a:cubicBezTo>
                <a:cubicBezTo>
                  <a:pt x="3970" y="2678"/>
                  <a:pt x="3781" y="2867"/>
                  <a:pt x="3781" y="3088"/>
                </a:cubicBezTo>
                <a:cubicBezTo>
                  <a:pt x="3781" y="3308"/>
                  <a:pt x="4096" y="3529"/>
                  <a:pt x="4443" y="3781"/>
                </a:cubicBezTo>
                <a:cubicBezTo>
                  <a:pt x="4884" y="4096"/>
                  <a:pt x="5451" y="4505"/>
                  <a:pt x="5451" y="5167"/>
                </a:cubicBezTo>
                <a:cubicBezTo>
                  <a:pt x="5451" y="5702"/>
                  <a:pt x="5073" y="6143"/>
                  <a:pt x="4600" y="6333"/>
                </a:cubicBezTo>
                <a:lnTo>
                  <a:pt x="4600" y="6616"/>
                </a:lnTo>
                <a:cubicBezTo>
                  <a:pt x="4600" y="6868"/>
                  <a:pt x="4411" y="7026"/>
                  <a:pt x="4222" y="7026"/>
                </a:cubicBezTo>
                <a:cubicBezTo>
                  <a:pt x="3970" y="7026"/>
                  <a:pt x="3781" y="6805"/>
                  <a:pt x="3781" y="6616"/>
                </a:cubicBezTo>
                <a:lnTo>
                  <a:pt x="3781" y="6333"/>
                </a:lnTo>
                <a:cubicBezTo>
                  <a:pt x="3309" y="6143"/>
                  <a:pt x="2962" y="5702"/>
                  <a:pt x="2962" y="5167"/>
                </a:cubicBezTo>
                <a:cubicBezTo>
                  <a:pt x="2962" y="4915"/>
                  <a:pt x="3151" y="4757"/>
                  <a:pt x="3372" y="4757"/>
                </a:cubicBezTo>
                <a:cubicBezTo>
                  <a:pt x="3624" y="4757"/>
                  <a:pt x="3781" y="4978"/>
                  <a:pt x="3781" y="5167"/>
                </a:cubicBezTo>
                <a:cubicBezTo>
                  <a:pt x="3781" y="5387"/>
                  <a:pt x="3970" y="5608"/>
                  <a:pt x="4222" y="5608"/>
                </a:cubicBezTo>
                <a:cubicBezTo>
                  <a:pt x="4443" y="5608"/>
                  <a:pt x="4600" y="5387"/>
                  <a:pt x="4600" y="5167"/>
                </a:cubicBezTo>
                <a:cubicBezTo>
                  <a:pt x="4600" y="4915"/>
                  <a:pt x="4285" y="4694"/>
                  <a:pt x="3939" y="4442"/>
                </a:cubicBezTo>
                <a:cubicBezTo>
                  <a:pt x="3498" y="4127"/>
                  <a:pt x="2962" y="3749"/>
                  <a:pt x="2962" y="3088"/>
                </a:cubicBezTo>
                <a:cubicBezTo>
                  <a:pt x="2962" y="2520"/>
                  <a:pt x="3309" y="2079"/>
                  <a:pt x="3781" y="1890"/>
                </a:cubicBezTo>
                <a:lnTo>
                  <a:pt x="3781" y="1607"/>
                </a:lnTo>
                <a:cubicBezTo>
                  <a:pt x="3781" y="1386"/>
                  <a:pt x="3970" y="1166"/>
                  <a:pt x="4222" y="1166"/>
                </a:cubicBezTo>
                <a:close/>
                <a:moveTo>
                  <a:pt x="4222" y="0"/>
                </a:moveTo>
                <a:cubicBezTo>
                  <a:pt x="1923" y="0"/>
                  <a:pt x="64" y="1859"/>
                  <a:pt x="64" y="4127"/>
                </a:cubicBezTo>
                <a:cubicBezTo>
                  <a:pt x="64" y="6270"/>
                  <a:pt x="1733" y="8034"/>
                  <a:pt x="3781" y="8223"/>
                </a:cubicBezTo>
                <a:lnTo>
                  <a:pt x="3781" y="9767"/>
                </a:lnTo>
                <a:cubicBezTo>
                  <a:pt x="3655" y="9609"/>
                  <a:pt x="3529" y="9483"/>
                  <a:pt x="3372" y="9325"/>
                </a:cubicBezTo>
                <a:cubicBezTo>
                  <a:pt x="2647" y="8601"/>
                  <a:pt x="1576" y="8128"/>
                  <a:pt x="442" y="8128"/>
                </a:cubicBezTo>
                <a:cubicBezTo>
                  <a:pt x="190" y="8128"/>
                  <a:pt x="32" y="8317"/>
                  <a:pt x="32" y="8506"/>
                </a:cubicBezTo>
                <a:cubicBezTo>
                  <a:pt x="1" y="9609"/>
                  <a:pt x="442" y="10617"/>
                  <a:pt x="1261" y="11468"/>
                </a:cubicBezTo>
                <a:cubicBezTo>
                  <a:pt x="2049" y="12255"/>
                  <a:pt x="3057" y="12696"/>
                  <a:pt x="4096" y="12696"/>
                </a:cubicBezTo>
                <a:lnTo>
                  <a:pt x="4159" y="12696"/>
                </a:lnTo>
                <a:cubicBezTo>
                  <a:pt x="5231" y="12696"/>
                  <a:pt x="6302" y="12287"/>
                  <a:pt x="7089" y="11468"/>
                </a:cubicBezTo>
                <a:cubicBezTo>
                  <a:pt x="7877" y="10680"/>
                  <a:pt x="8318" y="9641"/>
                  <a:pt x="8318" y="8506"/>
                </a:cubicBezTo>
                <a:cubicBezTo>
                  <a:pt x="8350" y="8317"/>
                  <a:pt x="8160" y="8128"/>
                  <a:pt x="7940" y="8128"/>
                </a:cubicBezTo>
                <a:cubicBezTo>
                  <a:pt x="7871" y="8124"/>
                  <a:pt x="7801" y="8122"/>
                  <a:pt x="7733" y="8122"/>
                </a:cubicBezTo>
                <a:cubicBezTo>
                  <a:pt x="6711" y="8122"/>
                  <a:pt x="5778" y="8558"/>
                  <a:pt x="5010" y="9325"/>
                </a:cubicBezTo>
                <a:cubicBezTo>
                  <a:pt x="4852" y="9483"/>
                  <a:pt x="4726" y="9609"/>
                  <a:pt x="4600" y="9767"/>
                </a:cubicBezTo>
                <a:lnTo>
                  <a:pt x="4600" y="8223"/>
                </a:lnTo>
                <a:cubicBezTo>
                  <a:pt x="6680" y="8034"/>
                  <a:pt x="8350" y="6270"/>
                  <a:pt x="8350" y="4127"/>
                </a:cubicBezTo>
                <a:cubicBezTo>
                  <a:pt x="8350" y="1859"/>
                  <a:pt x="6491" y="0"/>
                  <a:pt x="4222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8" name="Google Shape;728;p34"/>
          <p:cNvGrpSpPr/>
          <p:nvPr/>
        </p:nvGrpSpPr>
        <p:grpSpPr>
          <a:xfrm>
            <a:off x="3213866" y="3065732"/>
            <a:ext cx="367261" cy="366364"/>
            <a:chOff x="-64410850" y="4094450"/>
            <a:chExt cx="317425" cy="316650"/>
          </a:xfrm>
        </p:grpSpPr>
        <p:sp>
          <p:nvSpPr>
            <p:cNvPr id="729" name="Google Shape;729;p34"/>
            <p:cNvSpPr/>
            <p:nvPr/>
          </p:nvSpPr>
          <p:spPr>
            <a:xfrm>
              <a:off x="-64410850" y="4348850"/>
              <a:ext cx="317425" cy="62250"/>
            </a:xfrm>
            <a:custGeom>
              <a:rect b="b" l="l" r="r" t="t"/>
              <a:pathLst>
                <a:path extrusionOk="0" h="2490" w="12697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-64315550" y="4094450"/>
              <a:ext cx="122100" cy="192200"/>
            </a:xfrm>
            <a:custGeom>
              <a:rect b="b" l="l" r="r" t="t"/>
              <a:pathLst>
                <a:path extrusionOk="0" h="7688" w="4884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4"/>
            <p:cNvSpPr/>
            <p:nvPr/>
          </p:nvSpPr>
          <p:spPr>
            <a:xfrm>
              <a:off x="-64335250" y="4307100"/>
              <a:ext cx="161500" cy="21300"/>
            </a:xfrm>
            <a:custGeom>
              <a:rect b="b" l="l" r="r" t="t"/>
              <a:pathLst>
                <a:path extrusionOk="0" h="852" w="646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" name="Google Shape;732;p34"/>
          <p:cNvSpPr/>
          <p:nvPr/>
        </p:nvSpPr>
        <p:spPr>
          <a:xfrm>
            <a:off x="5458086" y="2193251"/>
            <a:ext cx="319882" cy="367463"/>
          </a:xfrm>
          <a:custGeom>
            <a:rect b="b" l="l" r="r" t="t"/>
            <a:pathLst>
              <a:path extrusionOk="0" h="12704" w="11059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34"/>
          <p:cNvGrpSpPr/>
          <p:nvPr/>
        </p:nvGrpSpPr>
        <p:grpSpPr>
          <a:xfrm>
            <a:off x="5435414" y="2635805"/>
            <a:ext cx="365467" cy="368389"/>
            <a:chOff x="-62516625" y="3743175"/>
            <a:chExt cx="315875" cy="318400"/>
          </a:xfrm>
        </p:grpSpPr>
        <p:sp>
          <p:nvSpPr>
            <p:cNvPr id="734" name="Google Shape;734;p34"/>
            <p:cNvSpPr/>
            <p:nvPr/>
          </p:nvSpPr>
          <p:spPr>
            <a:xfrm>
              <a:off x="-62334675" y="3884950"/>
              <a:ext cx="62250" cy="145725"/>
            </a:xfrm>
            <a:custGeom>
              <a:rect b="b" l="l" r="r" t="t"/>
              <a:pathLst>
                <a:path extrusionOk="0" h="5829" w="2490">
                  <a:moveTo>
                    <a:pt x="1229" y="0"/>
                  </a:moveTo>
                  <a:cubicBezTo>
                    <a:pt x="977" y="0"/>
                    <a:pt x="820" y="189"/>
                    <a:pt x="820" y="410"/>
                  </a:cubicBezTo>
                  <a:lnTo>
                    <a:pt x="820" y="662"/>
                  </a:lnTo>
                  <a:cubicBezTo>
                    <a:pt x="347" y="819"/>
                    <a:pt x="0" y="1292"/>
                    <a:pt x="0" y="1859"/>
                  </a:cubicBezTo>
                  <a:cubicBezTo>
                    <a:pt x="0" y="2520"/>
                    <a:pt x="536" y="2930"/>
                    <a:pt x="977" y="3245"/>
                  </a:cubicBezTo>
                  <a:cubicBezTo>
                    <a:pt x="1292" y="3466"/>
                    <a:pt x="1639" y="3718"/>
                    <a:pt x="1639" y="3938"/>
                  </a:cubicBezTo>
                  <a:cubicBezTo>
                    <a:pt x="1639" y="4190"/>
                    <a:pt x="1450" y="4348"/>
                    <a:pt x="1229" y="4348"/>
                  </a:cubicBezTo>
                  <a:cubicBezTo>
                    <a:pt x="977" y="4348"/>
                    <a:pt x="820" y="4127"/>
                    <a:pt x="820" y="3938"/>
                  </a:cubicBezTo>
                  <a:cubicBezTo>
                    <a:pt x="820" y="3718"/>
                    <a:pt x="631" y="3497"/>
                    <a:pt x="442" y="3497"/>
                  </a:cubicBezTo>
                  <a:cubicBezTo>
                    <a:pt x="221" y="3497"/>
                    <a:pt x="0" y="3718"/>
                    <a:pt x="0" y="3938"/>
                  </a:cubicBezTo>
                  <a:cubicBezTo>
                    <a:pt x="0" y="4505"/>
                    <a:pt x="347" y="4915"/>
                    <a:pt x="820" y="5135"/>
                  </a:cubicBezTo>
                  <a:lnTo>
                    <a:pt x="820" y="5387"/>
                  </a:lnTo>
                  <a:cubicBezTo>
                    <a:pt x="820" y="5639"/>
                    <a:pt x="1009" y="5828"/>
                    <a:pt x="1229" y="5828"/>
                  </a:cubicBezTo>
                  <a:cubicBezTo>
                    <a:pt x="1450" y="5828"/>
                    <a:pt x="1639" y="5639"/>
                    <a:pt x="1639" y="5387"/>
                  </a:cubicBezTo>
                  <a:lnTo>
                    <a:pt x="1639" y="5135"/>
                  </a:lnTo>
                  <a:cubicBezTo>
                    <a:pt x="2111" y="4978"/>
                    <a:pt x="2489" y="4505"/>
                    <a:pt x="2489" y="3938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1"/>
                    <a:pt x="820" y="2079"/>
                    <a:pt x="820" y="1859"/>
                  </a:cubicBezTo>
                  <a:cubicBezTo>
                    <a:pt x="820" y="1607"/>
                    <a:pt x="1009" y="1418"/>
                    <a:pt x="1229" y="1418"/>
                  </a:cubicBezTo>
                  <a:cubicBezTo>
                    <a:pt x="1450" y="1418"/>
                    <a:pt x="1639" y="1607"/>
                    <a:pt x="1639" y="1859"/>
                  </a:cubicBezTo>
                  <a:cubicBezTo>
                    <a:pt x="1639" y="2079"/>
                    <a:pt x="1859" y="2237"/>
                    <a:pt x="2048" y="2237"/>
                  </a:cubicBezTo>
                  <a:cubicBezTo>
                    <a:pt x="2237" y="2237"/>
                    <a:pt x="2489" y="2048"/>
                    <a:pt x="2489" y="1859"/>
                  </a:cubicBezTo>
                  <a:cubicBezTo>
                    <a:pt x="2489" y="1292"/>
                    <a:pt x="2143" y="882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2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4"/>
            <p:cNvSpPr/>
            <p:nvPr/>
          </p:nvSpPr>
          <p:spPr>
            <a:xfrm>
              <a:off x="-62516625" y="3743175"/>
              <a:ext cx="315875" cy="318400"/>
            </a:xfrm>
            <a:custGeom>
              <a:rect b="b" l="l" r="r" t="t"/>
              <a:pathLst>
                <a:path extrusionOk="0" h="12736" w="12635">
                  <a:moveTo>
                    <a:pt x="4632" y="3308"/>
                  </a:moveTo>
                  <a:cubicBezTo>
                    <a:pt x="5388" y="3308"/>
                    <a:pt x="6018" y="3938"/>
                    <a:pt x="6018" y="4694"/>
                  </a:cubicBezTo>
                  <a:cubicBezTo>
                    <a:pt x="6018" y="5450"/>
                    <a:pt x="5420" y="6049"/>
                    <a:pt x="4632" y="6049"/>
                  </a:cubicBezTo>
                  <a:cubicBezTo>
                    <a:pt x="3876" y="6049"/>
                    <a:pt x="3246" y="5419"/>
                    <a:pt x="3246" y="4694"/>
                  </a:cubicBezTo>
                  <a:cubicBezTo>
                    <a:pt x="3246" y="3938"/>
                    <a:pt x="3876" y="3308"/>
                    <a:pt x="4632" y="3308"/>
                  </a:cubicBezTo>
                  <a:close/>
                  <a:moveTo>
                    <a:pt x="8507" y="5230"/>
                  </a:moveTo>
                  <a:cubicBezTo>
                    <a:pt x="10303" y="5230"/>
                    <a:pt x="11815" y="6742"/>
                    <a:pt x="11815" y="8538"/>
                  </a:cubicBezTo>
                  <a:cubicBezTo>
                    <a:pt x="11815" y="10365"/>
                    <a:pt x="10334" y="11846"/>
                    <a:pt x="8507" y="11846"/>
                  </a:cubicBezTo>
                  <a:cubicBezTo>
                    <a:pt x="6680" y="11846"/>
                    <a:pt x="5199" y="10365"/>
                    <a:pt x="5199" y="8538"/>
                  </a:cubicBezTo>
                  <a:cubicBezTo>
                    <a:pt x="5199" y="6742"/>
                    <a:pt x="6680" y="5230"/>
                    <a:pt x="8507" y="5230"/>
                  </a:cubicBezTo>
                  <a:close/>
                  <a:moveTo>
                    <a:pt x="4664" y="0"/>
                  </a:moveTo>
                  <a:cubicBezTo>
                    <a:pt x="2080" y="0"/>
                    <a:pt x="1" y="2079"/>
                    <a:pt x="1" y="4694"/>
                  </a:cubicBezTo>
                  <a:cubicBezTo>
                    <a:pt x="1" y="5703"/>
                    <a:pt x="316" y="6711"/>
                    <a:pt x="914" y="7498"/>
                  </a:cubicBezTo>
                  <a:lnTo>
                    <a:pt x="4317" y="12571"/>
                  </a:lnTo>
                  <a:cubicBezTo>
                    <a:pt x="4396" y="12681"/>
                    <a:pt x="4530" y="12736"/>
                    <a:pt x="4660" y="12736"/>
                  </a:cubicBezTo>
                  <a:cubicBezTo>
                    <a:pt x="4790" y="12736"/>
                    <a:pt x="4916" y="12681"/>
                    <a:pt x="4979" y="12571"/>
                  </a:cubicBezTo>
                  <a:lnTo>
                    <a:pt x="5672" y="11531"/>
                  </a:lnTo>
                  <a:cubicBezTo>
                    <a:pt x="6396" y="12256"/>
                    <a:pt x="7404" y="12665"/>
                    <a:pt x="8507" y="12665"/>
                  </a:cubicBezTo>
                  <a:cubicBezTo>
                    <a:pt x="10776" y="12665"/>
                    <a:pt x="12634" y="10838"/>
                    <a:pt x="12634" y="8538"/>
                  </a:cubicBezTo>
                  <a:cubicBezTo>
                    <a:pt x="12634" y="6553"/>
                    <a:pt x="11217" y="4852"/>
                    <a:pt x="9326" y="4474"/>
                  </a:cubicBezTo>
                  <a:lnTo>
                    <a:pt x="9326" y="4222"/>
                  </a:lnTo>
                  <a:cubicBezTo>
                    <a:pt x="9074" y="1796"/>
                    <a:pt x="7089" y="0"/>
                    <a:pt x="466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6" name="Google Shape;736;p34"/>
          <p:cNvGrpSpPr/>
          <p:nvPr/>
        </p:nvGrpSpPr>
        <p:grpSpPr>
          <a:xfrm>
            <a:off x="5442254" y="3085777"/>
            <a:ext cx="351786" cy="326274"/>
            <a:chOff x="-62511900" y="4129100"/>
            <a:chExt cx="304050" cy="282000"/>
          </a:xfrm>
        </p:grpSpPr>
        <p:sp>
          <p:nvSpPr>
            <p:cNvPr id="737" name="Google Shape;737;p34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4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4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4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4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2" name="Google Shape;742;p34"/>
          <p:cNvGrpSpPr/>
          <p:nvPr/>
        </p:nvGrpSpPr>
        <p:grpSpPr>
          <a:xfrm>
            <a:off x="4130157" y="3557259"/>
            <a:ext cx="310770" cy="367261"/>
            <a:chOff x="-60597975" y="3367475"/>
            <a:chExt cx="268600" cy="317425"/>
          </a:xfrm>
        </p:grpSpPr>
        <p:sp>
          <p:nvSpPr>
            <p:cNvPr id="743" name="Google Shape;743;p34"/>
            <p:cNvSpPr/>
            <p:nvPr/>
          </p:nvSpPr>
          <p:spPr>
            <a:xfrm>
              <a:off x="-60535750" y="3495075"/>
              <a:ext cx="206375" cy="82725"/>
            </a:xfrm>
            <a:custGeom>
              <a:rect b="b" l="l" r="r" t="t"/>
              <a:pathLst>
                <a:path extrusionOk="0" h="3309" w="8255">
                  <a:moveTo>
                    <a:pt x="5357" y="1229"/>
                  </a:moveTo>
                  <a:cubicBezTo>
                    <a:pt x="5577" y="1229"/>
                    <a:pt x="5766" y="1418"/>
                    <a:pt x="5766" y="1607"/>
                  </a:cubicBezTo>
                  <a:cubicBezTo>
                    <a:pt x="5766" y="1890"/>
                    <a:pt x="5577" y="2048"/>
                    <a:pt x="5357" y="2048"/>
                  </a:cubicBezTo>
                  <a:lnTo>
                    <a:pt x="2049" y="2048"/>
                  </a:lnTo>
                  <a:cubicBezTo>
                    <a:pt x="1797" y="2048"/>
                    <a:pt x="1639" y="1859"/>
                    <a:pt x="1639" y="1607"/>
                  </a:cubicBezTo>
                  <a:cubicBezTo>
                    <a:pt x="1639" y="1386"/>
                    <a:pt x="1828" y="1229"/>
                    <a:pt x="2049" y="1229"/>
                  </a:cubicBezTo>
                  <a:close/>
                  <a:moveTo>
                    <a:pt x="1" y="0"/>
                  </a:moveTo>
                  <a:lnTo>
                    <a:pt x="1" y="3308"/>
                  </a:lnTo>
                  <a:lnTo>
                    <a:pt x="8255" y="3308"/>
                  </a:lnTo>
                  <a:lnTo>
                    <a:pt x="825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4"/>
            <p:cNvSpPr/>
            <p:nvPr/>
          </p:nvSpPr>
          <p:spPr>
            <a:xfrm>
              <a:off x="-60432575" y="3367475"/>
              <a:ext cx="20500" cy="47275"/>
            </a:xfrm>
            <a:custGeom>
              <a:rect b="b" l="l" r="r" t="t"/>
              <a:pathLst>
                <a:path extrusionOk="0" h="1891" w="820">
                  <a:moveTo>
                    <a:pt x="1" y="0"/>
                  </a:moveTo>
                  <a:lnTo>
                    <a:pt x="1" y="1891"/>
                  </a:lnTo>
                  <a:cubicBezTo>
                    <a:pt x="127" y="1765"/>
                    <a:pt x="221" y="1639"/>
                    <a:pt x="379" y="1639"/>
                  </a:cubicBezTo>
                  <a:cubicBezTo>
                    <a:pt x="600" y="1639"/>
                    <a:pt x="694" y="1765"/>
                    <a:pt x="820" y="1891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4"/>
            <p:cNvSpPr/>
            <p:nvPr/>
          </p:nvSpPr>
          <p:spPr>
            <a:xfrm>
              <a:off x="-60535750" y="3367475"/>
              <a:ext cx="206375" cy="107150"/>
            </a:xfrm>
            <a:custGeom>
              <a:rect b="b" l="l" r="r" t="t"/>
              <a:pathLst>
                <a:path extrusionOk="0" h="4286" w="8255">
                  <a:moveTo>
                    <a:pt x="1" y="0"/>
                  </a:moveTo>
                  <a:lnTo>
                    <a:pt x="1" y="4285"/>
                  </a:lnTo>
                  <a:lnTo>
                    <a:pt x="8255" y="4285"/>
                  </a:lnTo>
                  <a:lnTo>
                    <a:pt x="8255" y="1261"/>
                  </a:lnTo>
                  <a:cubicBezTo>
                    <a:pt x="8255" y="567"/>
                    <a:pt x="7720" y="32"/>
                    <a:pt x="7026" y="32"/>
                  </a:cubicBezTo>
                  <a:lnTo>
                    <a:pt x="5829" y="32"/>
                  </a:lnTo>
                  <a:lnTo>
                    <a:pt x="5829" y="2930"/>
                  </a:lnTo>
                  <a:cubicBezTo>
                    <a:pt x="5829" y="3182"/>
                    <a:pt x="5633" y="3350"/>
                    <a:pt x="5418" y="3350"/>
                  </a:cubicBezTo>
                  <a:cubicBezTo>
                    <a:pt x="5311" y="3350"/>
                    <a:pt x="5199" y="3308"/>
                    <a:pt x="5105" y="3214"/>
                  </a:cubicBezTo>
                  <a:lnTo>
                    <a:pt x="4569" y="2678"/>
                  </a:lnTo>
                  <a:lnTo>
                    <a:pt x="4002" y="3214"/>
                  </a:lnTo>
                  <a:cubicBezTo>
                    <a:pt x="3917" y="3289"/>
                    <a:pt x="3821" y="3322"/>
                    <a:pt x="3728" y="3322"/>
                  </a:cubicBezTo>
                  <a:cubicBezTo>
                    <a:pt x="3510" y="3322"/>
                    <a:pt x="3309" y="3142"/>
                    <a:pt x="3309" y="2899"/>
                  </a:cubicBezTo>
                  <a:lnTo>
                    <a:pt x="3309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4"/>
            <p:cNvSpPr/>
            <p:nvPr/>
          </p:nvSpPr>
          <p:spPr>
            <a:xfrm>
              <a:off x="-60597975" y="3368175"/>
              <a:ext cx="40200" cy="316725"/>
            </a:xfrm>
            <a:custGeom>
              <a:rect b="b" l="l" r="r" t="t"/>
              <a:pathLst>
                <a:path extrusionOk="0" h="12669" w="1608">
                  <a:moveTo>
                    <a:pt x="337" y="0"/>
                  </a:moveTo>
                  <a:cubicBezTo>
                    <a:pt x="163" y="0"/>
                    <a:pt x="1" y="178"/>
                    <a:pt x="1" y="382"/>
                  </a:cubicBezTo>
                  <a:lnTo>
                    <a:pt x="1" y="12259"/>
                  </a:lnTo>
                  <a:cubicBezTo>
                    <a:pt x="1" y="12480"/>
                    <a:pt x="190" y="12669"/>
                    <a:pt x="379" y="12669"/>
                  </a:cubicBezTo>
                  <a:lnTo>
                    <a:pt x="1608" y="12669"/>
                  </a:lnTo>
                  <a:lnTo>
                    <a:pt x="1608" y="4"/>
                  </a:lnTo>
                  <a:lnTo>
                    <a:pt x="379" y="4"/>
                  </a:lnTo>
                  <a:cubicBezTo>
                    <a:pt x="365" y="2"/>
                    <a:pt x="351" y="0"/>
                    <a:pt x="33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4"/>
            <p:cNvSpPr/>
            <p:nvPr/>
          </p:nvSpPr>
          <p:spPr>
            <a:xfrm>
              <a:off x="-60535750" y="3597450"/>
              <a:ext cx="206375" cy="86675"/>
            </a:xfrm>
            <a:custGeom>
              <a:rect b="b" l="l" r="r" t="t"/>
              <a:pathLst>
                <a:path extrusionOk="0" h="3467" w="8255">
                  <a:moveTo>
                    <a:pt x="1" y="1"/>
                  </a:moveTo>
                  <a:lnTo>
                    <a:pt x="1" y="3466"/>
                  </a:lnTo>
                  <a:lnTo>
                    <a:pt x="7026" y="3466"/>
                  </a:lnTo>
                  <a:cubicBezTo>
                    <a:pt x="7720" y="3466"/>
                    <a:pt x="8255" y="2931"/>
                    <a:pt x="8255" y="2206"/>
                  </a:cubicBezTo>
                  <a:lnTo>
                    <a:pt x="8255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8" name="Google Shape;748;p34"/>
          <p:cNvSpPr/>
          <p:nvPr/>
        </p:nvSpPr>
        <p:spPr>
          <a:xfrm>
            <a:off x="4091103" y="4009682"/>
            <a:ext cx="369083" cy="365005"/>
          </a:xfrm>
          <a:custGeom>
            <a:rect b="b" l="l" r="r" t="t"/>
            <a:pathLst>
              <a:path extrusionOk="0" h="12619" w="12760">
                <a:moveTo>
                  <a:pt x="10082" y="2190"/>
                </a:moveTo>
                <a:lnTo>
                  <a:pt x="11027" y="2726"/>
                </a:lnTo>
                <a:lnTo>
                  <a:pt x="8948" y="6317"/>
                </a:lnTo>
                <a:lnTo>
                  <a:pt x="8003" y="5781"/>
                </a:lnTo>
                <a:cubicBezTo>
                  <a:pt x="8349" y="5151"/>
                  <a:pt x="9704" y="2820"/>
                  <a:pt x="10082" y="2190"/>
                </a:cubicBezTo>
                <a:close/>
                <a:moveTo>
                  <a:pt x="7813" y="6601"/>
                </a:moveTo>
                <a:lnTo>
                  <a:pt x="8318" y="6916"/>
                </a:lnTo>
                <a:lnTo>
                  <a:pt x="7782" y="7262"/>
                </a:lnTo>
                <a:lnTo>
                  <a:pt x="7813" y="6601"/>
                </a:lnTo>
                <a:close/>
                <a:moveTo>
                  <a:pt x="10554" y="8522"/>
                </a:moveTo>
                <a:cubicBezTo>
                  <a:pt x="10806" y="8522"/>
                  <a:pt x="10964" y="8711"/>
                  <a:pt x="10964" y="8900"/>
                </a:cubicBezTo>
                <a:cubicBezTo>
                  <a:pt x="10964" y="9153"/>
                  <a:pt x="10806" y="9342"/>
                  <a:pt x="10554" y="9342"/>
                </a:cubicBezTo>
                <a:lnTo>
                  <a:pt x="5608" y="9342"/>
                </a:lnTo>
                <a:cubicBezTo>
                  <a:pt x="5356" y="9342"/>
                  <a:pt x="5167" y="9153"/>
                  <a:pt x="5167" y="8900"/>
                </a:cubicBezTo>
                <a:cubicBezTo>
                  <a:pt x="5167" y="8680"/>
                  <a:pt x="5356" y="8522"/>
                  <a:pt x="5608" y="8522"/>
                </a:cubicBezTo>
                <a:close/>
                <a:moveTo>
                  <a:pt x="3088" y="5592"/>
                </a:moveTo>
                <a:cubicBezTo>
                  <a:pt x="3308" y="5592"/>
                  <a:pt x="3497" y="5813"/>
                  <a:pt x="3497" y="6002"/>
                </a:cubicBezTo>
                <a:lnTo>
                  <a:pt x="3497" y="6286"/>
                </a:lnTo>
                <a:cubicBezTo>
                  <a:pt x="3970" y="6443"/>
                  <a:pt x="4348" y="6916"/>
                  <a:pt x="4348" y="7451"/>
                </a:cubicBezTo>
                <a:cubicBezTo>
                  <a:pt x="4348" y="7703"/>
                  <a:pt x="4159" y="7861"/>
                  <a:pt x="3907" y="7861"/>
                </a:cubicBezTo>
                <a:cubicBezTo>
                  <a:pt x="3655" y="7861"/>
                  <a:pt x="3497" y="7640"/>
                  <a:pt x="3497" y="7451"/>
                </a:cubicBezTo>
                <a:cubicBezTo>
                  <a:pt x="3497" y="7231"/>
                  <a:pt x="3308" y="7010"/>
                  <a:pt x="3088" y="7010"/>
                </a:cubicBezTo>
                <a:cubicBezTo>
                  <a:pt x="2836" y="7010"/>
                  <a:pt x="2678" y="7231"/>
                  <a:pt x="2678" y="7451"/>
                </a:cubicBezTo>
                <a:cubicBezTo>
                  <a:pt x="2678" y="7703"/>
                  <a:pt x="3025" y="7924"/>
                  <a:pt x="3340" y="8176"/>
                </a:cubicBezTo>
                <a:cubicBezTo>
                  <a:pt x="3781" y="8491"/>
                  <a:pt x="4348" y="8869"/>
                  <a:pt x="4348" y="9531"/>
                </a:cubicBezTo>
                <a:cubicBezTo>
                  <a:pt x="4348" y="10098"/>
                  <a:pt x="3970" y="10539"/>
                  <a:pt x="3497" y="10728"/>
                </a:cubicBezTo>
                <a:lnTo>
                  <a:pt x="3497" y="11011"/>
                </a:lnTo>
                <a:cubicBezTo>
                  <a:pt x="3497" y="11232"/>
                  <a:pt x="3308" y="11452"/>
                  <a:pt x="3088" y="11452"/>
                </a:cubicBezTo>
                <a:cubicBezTo>
                  <a:pt x="2836" y="11452"/>
                  <a:pt x="2678" y="11232"/>
                  <a:pt x="2678" y="11011"/>
                </a:cubicBezTo>
                <a:lnTo>
                  <a:pt x="2678" y="10728"/>
                </a:lnTo>
                <a:cubicBezTo>
                  <a:pt x="2206" y="10570"/>
                  <a:pt x="1859" y="10098"/>
                  <a:pt x="1859" y="9531"/>
                </a:cubicBezTo>
                <a:cubicBezTo>
                  <a:pt x="1859" y="9310"/>
                  <a:pt x="2048" y="9121"/>
                  <a:pt x="2300" y="9121"/>
                </a:cubicBezTo>
                <a:cubicBezTo>
                  <a:pt x="2521" y="9121"/>
                  <a:pt x="2678" y="9310"/>
                  <a:pt x="2678" y="9531"/>
                </a:cubicBezTo>
                <a:cubicBezTo>
                  <a:pt x="2678" y="9783"/>
                  <a:pt x="2867" y="9940"/>
                  <a:pt x="3088" y="9940"/>
                </a:cubicBezTo>
                <a:cubicBezTo>
                  <a:pt x="3308" y="9940"/>
                  <a:pt x="3497" y="9751"/>
                  <a:pt x="3497" y="9531"/>
                </a:cubicBezTo>
                <a:cubicBezTo>
                  <a:pt x="3497" y="9310"/>
                  <a:pt x="3182" y="9089"/>
                  <a:pt x="2836" y="8837"/>
                </a:cubicBezTo>
                <a:cubicBezTo>
                  <a:pt x="2395" y="8522"/>
                  <a:pt x="1859" y="8113"/>
                  <a:pt x="1859" y="7451"/>
                </a:cubicBezTo>
                <a:cubicBezTo>
                  <a:pt x="1859" y="6916"/>
                  <a:pt x="2206" y="6475"/>
                  <a:pt x="2678" y="6286"/>
                </a:cubicBezTo>
                <a:lnTo>
                  <a:pt x="2678" y="6002"/>
                </a:lnTo>
                <a:cubicBezTo>
                  <a:pt x="2678" y="5750"/>
                  <a:pt x="2867" y="5592"/>
                  <a:pt x="3088" y="5592"/>
                </a:cubicBezTo>
                <a:close/>
                <a:moveTo>
                  <a:pt x="10554" y="11011"/>
                </a:moveTo>
                <a:cubicBezTo>
                  <a:pt x="10806" y="11011"/>
                  <a:pt x="10964" y="11200"/>
                  <a:pt x="10964" y="11452"/>
                </a:cubicBezTo>
                <a:cubicBezTo>
                  <a:pt x="10964" y="11641"/>
                  <a:pt x="10806" y="11830"/>
                  <a:pt x="10554" y="11830"/>
                </a:cubicBezTo>
                <a:lnTo>
                  <a:pt x="5608" y="11830"/>
                </a:lnTo>
                <a:cubicBezTo>
                  <a:pt x="5356" y="11830"/>
                  <a:pt x="5167" y="11641"/>
                  <a:pt x="5167" y="11452"/>
                </a:cubicBezTo>
                <a:cubicBezTo>
                  <a:pt x="5167" y="11200"/>
                  <a:pt x="5356" y="11011"/>
                  <a:pt x="5608" y="11011"/>
                </a:cubicBezTo>
                <a:close/>
                <a:moveTo>
                  <a:pt x="10933" y="1"/>
                </a:moveTo>
                <a:cubicBezTo>
                  <a:pt x="10599" y="1"/>
                  <a:pt x="10280" y="176"/>
                  <a:pt x="10113" y="489"/>
                </a:cubicBezTo>
                <a:lnTo>
                  <a:pt x="7877" y="4395"/>
                </a:lnTo>
                <a:lnTo>
                  <a:pt x="1229" y="4395"/>
                </a:lnTo>
                <a:cubicBezTo>
                  <a:pt x="567" y="4395"/>
                  <a:pt x="0" y="4931"/>
                  <a:pt x="0" y="5592"/>
                </a:cubicBezTo>
                <a:lnTo>
                  <a:pt x="0" y="11389"/>
                </a:lnTo>
                <a:cubicBezTo>
                  <a:pt x="0" y="12051"/>
                  <a:pt x="567" y="12618"/>
                  <a:pt x="1229" y="12618"/>
                </a:cubicBezTo>
                <a:lnTo>
                  <a:pt x="11437" y="12618"/>
                </a:lnTo>
                <a:cubicBezTo>
                  <a:pt x="12098" y="12618"/>
                  <a:pt x="12697" y="12082"/>
                  <a:pt x="12697" y="11389"/>
                </a:cubicBezTo>
                <a:lnTo>
                  <a:pt x="12697" y="5592"/>
                </a:lnTo>
                <a:cubicBezTo>
                  <a:pt x="12602" y="4931"/>
                  <a:pt x="12067" y="4395"/>
                  <a:pt x="11374" y="4395"/>
                </a:cubicBezTo>
                <a:lnTo>
                  <a:pt x="11027" y="4395"/>
                </a:lnTo>
                <a:lnTo>
                  <a:pt x="12476" y="1875"/>
                </a:lnTo>
                <a:cubicBezTo>
                  <a:pt x="12760" y="1402"/>
                  <a:pt x="12602" y="804"/>
                  <a:pt x="12130" y="583"/>
                </a:cubicBezTo>
                <a:lnTo>
                  <a:pt x="11437" y="142"/>
                </a:lnTo>
                <a:cubicBezTo>
                  <a:pt x="11277" y="46"/>
                  <a:pt x="11103" y="1"/>
                  <a:pt x="10933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9" name="Google Shape;749;p34"/>
          <p:cNvGrpSpPr/>
          <p:nvPr/>
        </p:nvGrpSpPr>
        <p:grpSpPr>
          <a:xfrm>
            <a:off x="4092579" y="4519487"/>
            <a:ext cx="366364" cy="262465"/>
            <a:chOff x="-60621600" y="4145650"/>
            <a:chExt cx="316650" cy="226850"/>
          </a:xfrm>
        </p:grpSpPr>
        <p:sp>
          <p:nvSpPr>
            <p:cNvPr id="750" name="Google Shape;750;p34"/>
            <p:cNvSpPr/>
            <p:nvPr/>
          </p:nvSpPr>
          <p:spPr>
            <a:xfrm>
              <a:off x="-60463275" y="4249600"/>
              <a:ext cx="61450" cy="60675"/>
            </a:xfrm>
            <a:custGeom>
              <a:rect b="b" l="l" r="r" t="t"/>
              <a:pathLst>
                <a:path extrusionOk="0" h="2427" w="2458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27"/>
                    <a:pt x="1229" y="2427"/>
                  </a:cubicBezTo>
                  <a:cubicBezTo>
                    <a:pt x="1891" y="2427"/>
                    <a:pt x="2458" y="1891"/>
                    <a:pt x="2458" y="1198"/>
                  </a:cubicBezTo>
                  <a:cubicBezTo>
                    <a:pt x="2458" y="536"/>
                    <a:pt x="1891" y="1"/>
                    <a:pt x="122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4"/>
            <p:cNvSpPr/>
            <p:nvPr/>
          </p:nvSpPr>
          <p:spPr>
            <a:xfrm>
              <a:off x="-60526300" y="4249600"/>
              <a:ext cx="48075" cy="60675"/>
            </a:xfrm>
            <a:custGeom>
              <a:rect b="b" l="l" r="r" t="t"/>
              <a:pathLst>
                <a:path extrusionOk="0" h="2427" w="1923">
                  <a:moveTo>
                    <a:pt x="1261" y="1"/>
                  </a:moveTo>
                  <a:cubicBezTo>
                    <a:pt x="599" y="1"/>
                    <a:pt x="1" y="536"/>
                    <a:pt x="1" y="1198"/>
                  </a:cubicBezTo>
                  <a:cubicBezTo>
                    <a:pt x="1" y="1891"/>
                    <a:pt x="568" y="2427"/>
                    <a:pt x="1261" y="2427"/>
                  </a:cubicBezTo>
                  <a:cubicBezTo>
                    <a:pt x="1513" y="2427"/>
                    <a:pt x="1734" y="2364"/>
                    <a:pt x="1923" y="2238"/>
                  </a:cubicBezTo>
                  <a:cubicBezTo>
                    <a:pt x="1765" y="1923"/>
                    <a:pt x="1671" y="1576"/>
                    <a:pt x="1671" y="1198"/>
                  </a:cubicBezTo>
                  <a:cubicBezTo>
                    <a:pt x="1671" y="851"/>
                    <a:pt x="1765" y="505"/>
                    <a:pt x="1923" y="190"/>
                  </a:cubicBezTo>
                  <a:cubicBezTo>
                    <a:pt x="1734" y="64"/>
                    <a:pt x="1513" y="1"/>
                    <a:pt x="126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4"/>
            <p:cNvSpPr/>
            <p:nvPr/>
          </p:nvSpPr>
          <p:spPr>
            <a:xfrm>
              <a:off x="-60621600" y="4145650"/>
              <a:ext cx="316650" cy="226850"/>
            </a:xfrm>
            <a:custGeom>
              <a:rect b="b" l="l" r="r" t="t"/>
              <a:pathLst>
                <a:path extrusionOk="0" h="9074" w="12666">
                  <a:moveTo>
                    <a:pt x="11374" y="851"/>
                  </a:moveTo>
                  <a:cubicBezTo>
                    <a:pt x="11626" y="851"/>
                    <a:pt x="11815" y="1040"/>
                    <a:pt x="11815" y="1229"/>
                  </a:cubicBezTo>
                  <a:lnTo>
                    <a:pt x="11815" y="1670"/>
                  </a:lnTo>
                  <a:lnTo>
                    <a:pt x="788" y="1670"/>
                  </a:lnTo>
                  <a:lnTo>
                    <a:pt x="788" y="1229"/>
                  </a:lnTo>
                  <a:cubicBezTo>
                    <a:pt x="788" y="1008"/>
                    <a:pt x="977" y="851"/>
                    <a:pt x="1166" y="851"/>
                  </a:cubicBezTo>
                  <a:close/>
                  <a:moveTo>
                    <a:pt x="7562" y="3277"/>
                  </a:moveTo>
                  <a:cubicBezTo>
                    <a:pt x="8696" y="3277"/>
                    <a:pt x="9641" y="4222"/>
                    <a:pt x="9641" y="5356"/>
                  </a:cubicBezTo>
                  <a:cubicBezTo>
                    <a:pt x="9610" y="6522"/>
                    <a:pt x="8696" y="7467"/>
                    <a:pt x="7562" y="7467"/>
                  </a:cubicBezTo>
                  <a:cubicBezTo>
                    <a:pt x="7089" y="7467"/>
                    <a:pt x="6648" y="7309"/>
                    <a:pt x="6333" y="7026"/>
                  </a:cubicBezTo>
                  <a:cubicBezTo>
                    <a:pt x="5987" y="7309"/>
                    <a:pt x="5546" y="7467"/>
                    <a:pt x="5073" y="7467"/>
                  </a:cubicBezTo>
                  <a:cubicBezTo>
                    <a:pt x="3939" y="7467"/>
                    <a:pt x="2994" y="6522"/>
                    <a:pt x="2994" y="5356"/>
                  </a:cubicBezTo>
                  <a:cubicBezTo>
                    <a:pt x="2994" y="4222"/>
                    <a:pt x="3939" y="3277"/>
                    <a:pt x="5073" y="3277"/>
                  </a:cubicBezTo>
                  <a:cubicBezTo>
                    <a:pt x="5514" y="3277"/>
                    <a:pt x="5987" y="3434"/>
                    <a:pt x="6333" y="3718"/>
                  </a:cubicBezTo>
                  <a:cubicBezTo>
                    <a:pt x="6680" y="3434"/>
                    <a:pt x="7121" y="3277"/>
                    <a:pt x="7562" y="3277"/>
                  </a:cubicBezTo>
                  <a:close/>
                  <a:moveTo>
                    <a:pt x="1229" y="0"/>
                  </a:moveTo>
                  <a:cubicBezTo>
                    <a:pt x="536" y="0"/>
                    <a:pt x="1" y="567"/>
                    <a:pt x="1" y="1229"/>
                  </a:cubicBezTo>
                  <a:lnTo>
                    <a:pt x="1" y="7845"/>
                  </a:lnTo>
                  <a:cubicBezTo>
                    <a:pt x="1" y="8506"/>
                    <a:pt x="536" y="9073"/>
                    <a:pt x="1229" y="9073"/>
                  </a:cubicBezTo>
                  <a:lnTo>
                    <a:pt x="11406" y="9073"/>
                  </a:lnTo>
                  <a:cubicBezTo>
                    <a:pt x="12099" y="9073"/>
                    <a:pt x="12666" y="8506"/>
                    <a:pt x="12666" y="7845"/>
                  </a:cubicBezTo>
                  <a:lnTo>
                    <a:pt x="12666" y="1229"/>
                  </a:lnTo>
                  <a:cubicBezTo>
                    <a:pt x="12634" y="567"/>
                    <a:pt x="12099" y="0"/>
                    <a:pt x="1140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3" name="Google Shape;753;p34"/>
          <p:cNvGrpSpPr/>
          <p:nvPr/>
        </p:nvGrpSpPr>
        <p:grpSpPr>
          <a:xfrm>
            <a:off x="5429231" y="4467986"/>
            <a:ext cx="359972" cy="365467"/>
            <a:chOff x="-59400775" y="4084200"/>
            <a:chExt cx="311125" cy="315875"/>
          </a:xfrm>
        </p:grpSpPr>
        <p:sp>
          <p:nvSpPr>
            <p:cNvPr id="754" name="Google Shape;754;p34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4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4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4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4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4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0" name="Google Shape;760;p34"/>
          <p:cNvGrpSpPr/>
          <p:nvPr/>
        </p:nvGrpSpPr>
        <p:grpSpPr>
          <a:xfrm>
            <a:off x="3653325" y="2193817"/>
            <a:ext cx="365438" cy="366364"/>
            <a:chOff x="-64044600" y="3360375"/>
            <a:chExt cx="315850" cy="316650"/>
          </a:xfrm>
        </p:grpSpPr>
        <p:sp>
          <p:nvSpPr>
            <p:cNvPr id="761" name="Google Shape;761;p34"/>
            <p:cNvSpPr/>
            <p:nvPr/>
          </p:nvSpPr>
          <p:spPr>
            <a:xfrm>
              <a:off x="-63980025" y="3532875"/>
              <a:ext cx="185900" cy="144150"/>
            </a:xfrm>
            <a:custGeom>
              <a:rect b="b" l="l" r="r" t="t"/>
              <a:pathLst>
                <a:path extrusionOk="0" h="5766" w="7436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-64044600" y="3360375"/>
              <a:ext cx="315850" cy="152825"/>
            </a:xfrm>
            <a:custGeom>
              <a:rect b="b" l="l" r="r" t="t"/>
              <a:pathLst>
                <a:path extrusionOk="0" h="6113" w="12634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-63945375" y="3408425"/>
              <a:ext cx="117375" cy="103200"/>
            </a:xfrm>
            <a:custGeom>
              <a:rect b="b" l="l" r="r" t="t"/>
              <a:pathLst>
                <a:path extrusionOk="0" h="4128" w="4695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4" name="Google Shape;764;p34"/>
          <p:cNvGrpSpPr/>
          <p:nvPr/>
        </p:nvGrpSpPr>
        <p:grpSpPr>
          <a:xfrm>
            <a:off x="3679748" y="2636369"/>
            <a:ext cx="312592" cy="367261"/>
            <a:chOff x="-64022550" y="3727425"/>
            <a:chExt cx="270175" cy="317425"/>
          </a:xfrm>
        </p:grpSpPr>
        <p:sp>
          <p:nvSpPr>
            <p:cNvPr id="765" name="Google Shape;765;p34"/>
            <p:cNvSpPr/>
            <p:nvPr/>
          </p:nvSpPr>
          <p:spPr>
            <a:xfrm>
              <a:off x="-64022550" y="3912500"/>
              <a:ext cx="270175" cy="90600"/>
            </a:xfrm>
            <a:custGeom>
              <a:rect b="b" l="l" r="r" t="t"/>
              <a:pathLst>
                <a:path extrusionOk="0" h="3624" w="10807">
                  <a:moveTo>
                    <a:pt x="2111" y="1"/>
                  </a:moveTo>
                  <a:cubicBezTo>
                    <a:pt x="945" y="1"/>
                    <a:pt x="0" y="946"/>
                    <a:pt x="0" y="2080"/>
                  </a:cubicBezTo>
                  <a:lnTo>
                    <a:pt x="0" y="3183"/>
                  </a:lnTo>
                  <a:cubicBezTo>
                    <a:pt x="0" y="3435"/>
                    <a:pt x="221" y="3624"/>
                    <a:pt x="441" y="3624"/>
                  </a:cubicBezTo>
                  <a:lnTo>
                    <a:pt x="10365" y="3624"/>
                  </a:lnTo>
                  <a:cubicBezTo>
                    <a:pt x="10618" y="3624"/>
                    <a:pt x="10807" y="3435"/>
                    <a:pt x="10807" y="3183"/>
                  </a:cubicBezTo>
                  <a:lnTo>
                    <a:pt x="10807" y="2080"/>
                  </a:lnTo>
                  <a:cubicBezTo>
                    <a:pt x="10807" y="946"/>
                    <a:pt x="9861" y="1"/>
                    <a:pt x="872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-64000500" y="4023550"/>
              <a:ext cx="227650" cy="21300"/>
            </a:xfrm>
            <a:custGeom>
              <a:rect b="b" l="l" r="r" t="t"/>
              <a:pathLst>
                <a:path extrusionOk="0" h="852" w="9106">
                  <a:moveTo>
                    <a:pt x="0" y="1"/>
                  </a:moveTo>
                  <a:lnTo>
                    <a:pt x="0" y="442"/>
                  </a:lnTo>
                  <a:cubicBezTo>
                    <a:pt x="0" y="694"/>
                    <a:pt x="190" y="851"/>
                    <a:pt x="442" y="851"/>
                  </a:cubicBezTo>
                  <a:lnTo>
                    <a:pt x="8696" y="851"/>
                  </a:lnTo>
                  <a:cubicBezTo>
                    <a:pt x="8948" y="851"/>
                    <a:pt x="9105" y="631"/>
                    <a:pt x="9105" y="442"/>
                  </a:cubicBezTo>
                  <a:lnTo>
                    <a:pt x="9105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-63960325" y="3727425"/>
              <a:ext cx="144925" cy="165425"/>
            </a:xfrm>
            <a:custGeom>
              <a:rect b="b" l="l" r="r" t="t"/>
              <a:pathLst>
                <a:path extrusionOk="0" h="6617" w="5797">
                  <a:moveTo>
                    <a:pt x="2930" y="0"/>
                  </a:moveTo>
                  <a:cubicBezTo>
                    <a:pt x="1292" y="0"/>
                    <a:pt x="0" y="1292"/>
                    <a:pt x="0" y="2867"/>
                  </a:cubicBezTo>
                  <a:cubicBezTo>
                    <a:pt x="32" y="3812"/>
                    <a:pt x="504" y="4694"/>
                    <a:pt x="1260" y="5230"/>
                  </a:cubicBezTo>
                  <a:lnTo>
                    <a:pt x="1260" y="6616"/>
                  </a:lnTo>
                  <a:lnTo>
                    <a:pt x="4568" y="6616"/>
                  </a:lnTo>
                  <a:lnTo>
                    <a:pt x="4568" y="5230"/>
                  </a:lnTo>
                  <a:cubicBezTo>
                    <a:pt x="5356" y="4694"/>
                    <a:pt x="5797" y="3812"/>
                    <a:pt x="5797" y="2867"/>
                  </a:cubicBezTo>
                  <a:cubicBezTo>
                    <a:pt x="5797" y="1260"/>
                    <a:pt x="4505" y="0"/>
                    <a:pt x="293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8" name="Google Shape;768;p34"/>
          <p:cNvGrpSpPr/>
          <p:nvPr/>
        </p:nvGrpSpPr>
        <p:grpSpPr>
          <a:xfrm>
            <a:off x="3703886" y="3065269"/>
            <a:ext cx="264317" cy="367290"/>
            <a:chOff x="-64001300" y="4093650"/>
            <a:chExt cx="228450" cy="317450"/>
          </a:xfrm>
        </p:grpSpPr>
        <p:sp>
          <p:nvSpPr>
            <p:cNvPr id="769" name="Google Shape;769;p34"/>
            <p:cNvSpPr/>
            <p:nvPr/>
          </p:nvSpPr>
          <p:spPr>
            <a:xfrm>
              <a:off x="-63933550" y="4328375"/>
              <a:ext cx="93750" cy="40975"/>
            </a:xfrm>
            <a:custGeom>
              <a:rect b="b" l="l" r="r" t="t"/>
              <a:pathLst>
                <a:path extrusionOk="0" h="1639" w="375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-63980025" y="4135400"/>
              <a:ext cx="185900" cy="234725"/>
            </a:xfrm>
            <a:custGeom>
              <a:rect b="b" l="l" r="r" t="t"/>
              <a:pathLst>
                <a:path extrusionOk="0" h="9389" w="7436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-64001300" y="4389800"/>
              <a:ext cx="228450" cy="21300"/>
            </a:xfrm>
            <a:custGeom>
              <a:rect b="b" l="l" r="r" t="t"/>
              <a:pathLst>
                <a:path extrusionOk="0" h="852" w="9138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-64001300" y="4093650"/>
              <a:ext cx="226875" cy="20500"/>
            </a:xfrm>
            <a:custGeom>
              <a:rect b="b" l="l" r="r" t="t"/>
              <a:pathLst>
                <a:path extrusionOk="0" h="820" w="9075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3" name="Google Shape;773;p34"/>
          <p:cNvGrpSpPr/>
          <p:nvPr/>
        </p:nvGrpSpPr>
        <p:grpSpPr>
          <a:xfrm>
            <a:off x="2322890" y="3558561"/>
            <a:ext cx="359972" cy="366480"/>
            <a:chOff x="-62148800" y="3377700"/>
            <a:chExt cx="311125" cy="316750"/>
          </a:xfrm>
        </p:grpSpPr>
        <p:sp>
          <p:nvSpPr>
            <p:cNvPr id="774" name="Google Shape;774;p34"/>
            <p:cNvSpPr/>
            <p:nvPr/>
          </p:nvSpPr>
          <p:spPr>
            <a:xfrm>
              <a:off x="-62085775" y="3653375"/>
              <a:ext cx="185875" cy="41075"/>
            </a:xfrm>
            <a:custGeom>
              <a:rect b="b" l="l" r="r" t="t"/>
              <a:pathLst>
                <a:path extrusionOk="0" h="1643" w="7435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-62148800" y="3377700"/>
              <a:ext cx="311125" cy="254425"/>
            </a:xfrm>
            <a:custGeom>
              <a:rect b="b" l="l" r="r" t="t"/>
              <a:pathLst>
                <a:path extrusionOk="0" h="10177" w="12445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6" name="Google Shape;776;p34"/>
          <p:cNvGrpSpPr/>
          <p:nvPr/>
        </p:nvGrpSpPr>
        <p:grpSpPr>
          <a:xfrm>
            <a:off x="2318797" y="4008558"/>
            <a:ext cx="368157" cy="367290"/>
            <a:chOff x="-62154300" y="3743950"/>
            <a:chExt cx="318200" cy="317450"/>
          </a:xfrm>
        </p:grpSpPr>
        <p:sp>
          <p:nvSpPr>
            <p:cNvPr id="777" name="Google Shape;777;p34"/>
            <p:cNvSpPr/>
            <p:nvPr/>
          </p:nvSpPr>
          <p:spPr>
            <a:xfrm>
              <a:off x="-61992850" y="3743950"/>
              <a:ext cx="63825" cy="69150"/>
            </a:xfrm>
            <a:custGeom>
              <a:rect b="b" l="l" r="r" t="t"/>
              <a:pathLst>
                <a:path extrusionOk="0" h="2766" w="2553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-62154300" y="3785700"/>
              <a:ext cx="318200" cy="275700"/>
            </a:xfrm>
            <a:custGeom>
              <a:rect b="b" l="l" r="r" t="t"/>
              <a:pathLst>
                <a:path extrusionOk="0" h="11028" w="12728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9" name="Google Shape;779;p34"/>
          <p:cNvGrpSpPr/>
          <p:nvPr/>
        </p:nvGrpSpPr>
        <p:grpSpPr>
          <a:xfrm>
            <a:off x="2318783" y="4467538"/>
            <a:ext cx="368186" cy="366364"/>
            <a:chOff x="-62151950" y="4111775"/>
            <a:chExt cx="318225" cy="316650"/>
          </a:xfrm>
        </p:grpSpPr>
        <p:sp>
          <p:nvSpPr>
            <p:cNvPr id="780" name="Google Shape;780;p34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4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4" name="Google Shape;784;p34"/>
          <p:cNvGrpSpPr/>
          <p:nvPr/>
        </p:nvGrpSpPr>
        <p:grpSpPr>
          <a:xfrm>
            <a:off x="4537407" y="3558084"/>
            <a:ext cx="368157" cy="367434"/>
            <a:chOff x="-60254550" y="3367325"/>
            <a:chExt cx="318200" cy="317575"/>
          </a:xfrm>
        </p:grpSpPr>
        <p:sp>
          <p:nvSpPr>
            <p:cNvPr id="785" name="Google Shape;785;p34"/>
            <p:cNvSpPr/>
            <p:nvPr/>
          </p:nvSpPr>
          <p:spPr>
            <a:xfrm>
              <a:off x="-60219125" y="3367325"/>
              <a:ext cx="51225" cy="103575"/>
            </a:xfrm>
            <a:custGeom>
              <a:rect b="b" l="l" r="r" t="t"/>
              <a:pathLst>
                <a:path extrusionOk="0" h="4143" w="2049">
                  <a:moveTo>
                    <a:pt x="1051" y="0"/>
                  </a:moveTo>
                  <a:cubicBezTo>
                    <a:pt x="935" y="0"/>
                    <a:pt x="815" y="57"/>
                    <a:pt x="725" y="164"/>
                  </a:cubicBezTo>
                  <a:cubicBezTo>
                    <a:pt x="568" y="290"/>
                    <a:pt x="568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24" y="4143"/>
                    <a:pt x="1023" y="4143"/>
                  </a:cubicBezTo>
                  <a:cubicBezTo>
                    <a:pt x="1144" y="4143"/>
                    <a:pt x="1269" y="4094"/>
                    <a:pt x="1356" y="4007"/>
                  </a:cubicBezTo>
                  <a:cubicBezTo>
                    <a:pt x="1513" y="3850"/>
                    <a:pt x="1513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9" y="0"/>
                    <a:pt x="105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-60156900" y="3367325"/>
              <a:ext cx="51225" cy="103575"/>
            </a:xfrm>
            <a:custGeom>
              <a:rect b="b" l="l" r="r" t="t"/>
              <a:pathLst>
                <a:path extrusionOk="0" h="4143" w="2049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18" y="4143"/>
                    <a:pt x="1010" y="4143"/>
                  </a:cubicBezTo>
                  <a:cubicBezTo>
                    <a:pt x="1122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4"/>
            <p:cNvSpPr/>
            <p:nvPr/>
          </p:nvSpPr>
          <p:spPr>
            <a:xfrm>
              <a:off x="-60094675" y="3367325"/>
              <a:ext cx="51225" cy="103575"/>
            </a:xfrm>
            <a:custGeom>
              <a:rect b="b" l="l" r="r" t="t"/>
              <a:pathLst>
                <a:path extrusionOk="0" h="4143" w="2049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25" y="731"/>
                  </a:cubicBezTo>
                  <a:cubicBezTo>
                    <a:pt x="1103" y="1046"/>
                    <a:pt x="1103" y="1456"/>
                    <a:pt x="725" y="1771"/>
                  </a:cubicBezTo>
                  <a:cubicBezTo>
                    <a:pt x="32" y="2401"/>
                    <a:pt x="1" y="3377"/>
                    <a:pt x="725" y="4039"/>
                  </a:cubicBezTo>
                  <a:cubicBezTo>
                    <a:pt x="796" y="4110"/>
                    <a:pt x="893" y="4143"/>
                    <a:pt x="992" y="4143"/>
                  </a:cubicBezTo>
                  <a:cubicBezTo>
                    <a:pt x="1113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1985" y="1771"/>
                    <a:pt x="2048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-60254550" y="3478525"/>
              <a:ext cx="318200" cy="206375"/>
            </a:xfrm>
            <a:custGeom>
              <a:rect b="b" l="l" r="r" t="t"/>
              <a:pathLst>
                <a:path extrusionOk="0" h="8255" w="12728">
                  <a:moveTo>
                    <a:pt x="10428" y="1607"/>
                  </a:moveTo>
                  <a:cubicBezTo>
                    <a:pt x="11184" y="1607"/>
                    <a:pt x="11814" y="2237"/>
                    <a:pt x="11814" y="2994"/>
                  </a:cubicBezTo>
                  <a:cubicBezTo>
                    <a:pt x="11814" y="3718"/>
                    <a:pt x="11184" y="4380"/>
                    <a:pt x="10428" y="4380"/>
                  </a:cubicBezTo>
                  <a:lnTo>
                    <a:pt x="9767" y="4380"/>
                  </a:lnTo>
                  <a:cubicBezTo>
                    <a:pt x="9861" y="4002"/>
                    <a:pt x="9893" y="3655"/>
                    <a:pt x="9893" y="3246"/>
                  </a:cubicBezTo>
                  <a:lnTo>
                    <a:pt x="9893" y="1607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3309"/>
                  </a:lnTo>
                  <a:cubicBezTo>
                    <a:pt x="0" y="5041"/>
                    <a:pt x="882" y="6522"/>
                    <a:pt x="2237" y="7436"/>
                  </a:cubicBezTo>
                  <a:lnTo>
                    <a:pt x="441" y="7436"/>
                  </a:lnTo>
                  <a:cubicBezTo>
                    <a:pt x="189" y="7436"/>
                    <a:pt x="32" y="7625"/>
                    <a:pt x="32" y="7845"/>
                  </a:cubicBezTo>
                  <a:cubicBezTo>
                    <a:pt x="32" y="8066"/>
                    <a:pt x="252" y="8255"/>
                    <a:pt x="441" y="8255"/>
                  </a:cubicBezTo>
                  <a:lnTo>
                    <a:pt x="9546" y="8255"/>
                  </a:lnTo>
                  <a:cubicBezTo>
                    <a:pt x="9767" y="8255"/>
                    <a:pt x="9924" y="8066"/>
                    <a:pt x="9924" y="7845"/>
                  </a:cubicBezTo>
                  <a:cubicBezTo>
                    <a:pt x="9924" y="7593"/>
                    <a:pt x="9735" y="7436"/>
                    <a:pt x="9546" y="7436"/>
                  </a:cubicBezTo>
                  <a:lnTo>
                    <a:pt x="7719" y="7436"/>
                  </a:lnTo>
                  <a:cubicBezTo>
                    <a:pt x="8538" y="6900"/>
                    <a:pt x="9168" y="6144"/>
                    <a:pt x="9578" y="5230"/>
                  </a:cubicBezTo>
                  <a:lnTo>
                    <a:pt x="10523" y="5230"/>
                  </a:lnTo>
                  <a:cubicBezTo>
                    <a:pt x="11751" y="5230"/>
                    <a:pt x="12728" y="4254"/>
                    <a:pt x="12728" y="3025"/>
                  </a:cubicBezTo>
                  <a:cubicBezTo>
                    <a:pt x="12728" y="1796"/>
                    <a:pt x="11657" y="788"/>
                    <a:pt x="10428" y="788"/>
                  </a:cubicBezTo>
                  <a:lnTo>
                    <a:pt x="9893" y="788"/>
                  </a:lnTo>
                  <a:lnTo>
                    <a:pt x="9893" y="379"/>
                  </a:lnTo>
                  <a:cubicBezTo>
                    <a:pt x="9893" y="158"/>
                    <a:pt x="9704" y="1"/>
                    <a:pt x="948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9" name="Google Shape;789;p34"/>
          <p:cNvGrpSpPr/>
          <p:nvPr/>
        </p:nvGrpSpPr>
        <p:grpSpPr>
          <a:xfrm>
            <a:off x="4538304" y="4009078"/>
            <a:ext cx="366364" cy="366248"/>
            <a:chOff x="-60255350" y="3733825"/>
            <a:chExt cx="316650" cy="316550"/>
          </a:xfrm>
        </p:grpSpPr>
        <p:sp>
          <p:nvSpPr>
            <p:cNvPr id="790" name="Google Shape;790;p34"/>
            <p:cNvSpPr/>
            <p:nvPr/>
          </p:nvSpPr>
          <p:spPr>
            <a:xfrm>
              <a:off x="-60218325" y="3733825"/>
              <a:ext cx="235525" cy="316550"/>
            </a:xfrm>
            <a:custGeom>
              <a:rect b="b" l="l" r="r" t="t"/>
              <a:pathLst>
                <a:path extrusionOk="0" h="12662" w="9421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-60255350" y="3844775"/>
              <a:ext cx="34675" cy="20500"/>
            </a:xfrm>
            <a:custGeom>
              <a:rect b="b" l="l" r="r" t="t"/>
              <a:pathLst>
                <a:path extrusionOk="0" h="820" w="1387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-59974175" y="3844775"/>
              <a:ext cx="35475" cy="20500"/>
            </a:xfrm>
            <a:custGeom>
              <a:rect b="b" l="l" r="r" t="t"/>
              <a:pathLst>
                <a:path extrusionOk="0" h="820" w="1419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4"/>
            <p:cNvSpPr/>
            <p:nvPr/>
          </p:nvSpPr>
          <p:spPr>
            <a:xfrm>
              <a:off x="-60212825" y="393947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4"/>
            <p:cNvSpPr/>
            <p:nvPr/>
          </p:nvSpPr>
          <p:spPr>
            <a:xfrm>
              <a:off x="-60012750" y="373942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-60012750" y="3939475"/>
              <a:ext cx="32300" cy="30350"/>
            </a:xfrm>
            <a:custGeom>
              <a:rect b="b" l="l" r="r" t="t"/>
              <a:pathLst>
                <a:path extrusionOk="0" h="1214" w="1292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-60212825" y="3739425"/>
              <a:ext cx="32325" cy="30350"/>
            </a:xfrm>
            <a:custGeom>
              <a:rect b="b" l="l" r="r" t="t"/>
              <a:pathLst>
                <a:path extrusionOk="0" h="1214" w="1293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7" name="Google Shape;797;p34"/>
          <p:cNvGrpSpPr/>
          <p:nvPr/>
        </p:nvGrpSpPr>
        <p:grpSpPr>
          <a:xfrm>
            <a:off x="4566101" y="4467986"/>
            <a:ext cx="310770" cy="365467"/>
            <a:chOff x="-60232500" y="4101525"/>
            <a:chExt cx="268600" cy="315875"/>
          </a:xfrm>
        </p:grpSpPr>
        <p:sp>
          <p:nvSpPr>
            <p:cNvPr id="798" name="Google Shape;798;p34"/>
            <p:cNvSpPr/>
            <p:nvPr/>
          </p:nvSpPr>
          <p:spPr>
            <a:xfrm>
              <a:off x="-60222275" y="4273225"/>
              <a:ext cx="63025" cy="144175"/>
            </a:xfrm>
            <a:custGeom>
              <a:rect b="b" l="l" r="r" t="t"/>
              <a:pathLst>
                <a:path extrusionOk="0" h="5767" w="2521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-60232500" y="4101525"/>
              <a:ext cx="268600" cy="315875"/>
            </a:xfrm>
            <a:custGeom>
              <a:rect b="b" l="l" r="r" t="t"/>
              <a:pathLst>
                <a:path extrusionOk="0" h="12635" w="10744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0" name="Google Shape;800;p34"/>
          <p:cNvSpPr/>
          <p:nvPr/>
        </p:nvSpPr>
        <p:spPr>
          <a:xfrm>
            <a:off x="3653875" y="4936920"/>
            <a:ext cx="366335" cy="367290"/>
          </a:xfrm>
          <a:custGeom>
            <a:rect b="b" l="l" r="r" t="t"/>
            <a:pathLst>
              <a:path extrusionOk="0" h="12698" w="12665">
                <a:moveTo>
                  <a:pt x="9200" y="883"/>
                </a:moveTo>
                <a:lnTo>
                  <a:pt x="9200" y="1702"/>
                </a:lnTo>
                <a:lnTo>
                  <a:pt x="3403" y="1702"/>
                </a:lnTo>
                <a:lnTo>
                  <a:pt x="3403" y="883"/>
                </a:lnTo>
                <a:close/>
                <a:moveTo>
                  <a:pt x="4222" y="3340"/>
                </a:moveTo>
                <a:lnTo>
                  <a:pt x="4222" y="4191"/>
                </a:lnTo>
                <a:lnTo>
                  <a:pt x="3403" y="4191"/>
                </a:lnTo>
                <a:lnTo>
                  <a:pt x="3403" y="3340"/>
                </a:lnTo>
                <a:close/>
                <a:moveTo>
                  <a:pt x="6711" y="3340"/>
                </a:moveTo>
                <a:lnTo>
                  <a:pt x="6711" y="4191"/>
                </a:lnTo>
                <a:lnTo>
                  <a:pt x="5892" y="4191"/>
                </a:lnTo>
                <a:lnTo>
                  <a:pt x="5892" y="3340"/>
                </a:lnTo>
                <a:close/>
                <a:moveTo>
                  <a:pt x="9200" y="3340"/>
                </a:moveTo>
                <a:lnTo>
                  <a:pt x="9200" y="4191"/>
                </a:lnTo>
                <a:lnTo>
                  <a:pt x="8349" y="4191"/>
                </a:lnTo>
                <a:lnTo>
                  <a:pt x="8349" y="3340"/>
                </a:lnTo>
                <a:close/>
                <a:moveTo>
                  <a:pt x="4222" y="5010"/>
                </a:moveTo>
                <a:lnTo>
                  <a:pt x="4222" y="5829"/>
                </a:lnTo>
                <a:lnTo>
                  <a:pt x="3403" y="5829"/>
                </a:lnTo>
                <a:lnTo>
                  <a:pt x="3403" y="5010"/>
                </a:lnTo>
                <a:close/>
                <a:moveTo>
                  <a:pt x="6711" y="5010"/>
                </a:moveTo>
                <a:lnTo>
                  <a:pt x="6711" y="5829"/>
                </a:lnTo>
                <a:lnTo>
                  <a:pt x="5892" y="5829"/>
                </a:lnTo>
                <a:lnTo>
                  <a:pt x="5892" y="5010"/>
                </a:lnTo>
                <a:close/>
                <a:moveTo>
                  <a:pt x="9200" y="5010"/>
                </a:moveTo>
                <a:lnTo>
                  <a:pt x="9200" y="5829"/>
                </a:lnTo>
                <a:lnTo>
                  <a:pt x="8349" y="5829"/>
                </a:lnTo>
                <a:lnTo>
                  <a:pt x="8349" y="5010"/>
                </a:lnTo>
                <a:close/>
                <a:moveTo>
                  <a:pt x="4222" y="6648"/>
                </a:moveTo>
                <a:lnTo>
                  <a:pt x="4222" y="7499"/>
                </a:lnTo>
                <a:lnTo>
                  <a:pt x="3403" y="7499"/>
                </a:lnTo>
                <a:lnTo>
                  <a:pt x="3403" y="6648"/>
                </a:lnTo>
                <a:close/>
                <a:moveTo>
                  <a:pt x="6711" y="6648"/>
                </a:moveTo>
                <a:lnTo>
                  <a:pt x="6711" y="7499"/>
                </a:lnTo>
                <a:lnTo>
                  <a:pt x="5892" y="7499"/>
                </a:lnTo>
                <a:lnTo>
                  <a:pt x="5892" y="6648"/>
                </a:lnTo>
                <a:close/>
                <a:moveTo>
                  <a:pt x="9200" y="6648"/>
                </a:moveTo>
                <a:lnTo>
                  <a:pt x="9200" y="7499"/>
                </a:lnTo>
                <a:lnTo>
                  <a:pt x="8349" y="7499"/>
                </a:lnTo>
                <a:lnTo>
                  <a:pt x="8349" y="6648"/>
                </a:lnTo>
                <a:close/>
                <a:moveTo>
                  <a:pt x="1733" y="9137"/>
                </a:moveTo>
                <a:lnTo>
                  <a:pt x="1733" y="11909"/>
                </a:lnTo>
                <a:lnTo>
                  <a:pt x="819" y="11909"/>
                </a:lnTo>
                <a:lnTo>
                  <a:pt x="819" y="9137"/>
                </a:lnTo>
                <a:close/>
                <a:moveTo>
                  <a:pt x="5892" y="9137"/>
                </a:moveTo>
                <a:lnTo>
                  <a:pt x="5892" y="11909"/>
                </a:lnTo>
                <a:lnTo>
                  <a:pt x="4222" y="11909"/>
                </a:lnTo>
                <a:lnTo>
                  <a:pt x="4222" y="9137"/>
                </a:lnTo>
                <a:close/>
                <a:moveTo>
                  <a:pt x="8349" y="9137"/>
                </a:moveTo>
                <a:lnTo>
                  <a:pt x="8349" y="11909"/>
                </a:lnTo>
                <a:lnTo>
                  <a:pt x="6711" y="11909"/>
                </a:lnTo>
                <a:lnTo>
                  <a:pt x="6711" y="9137"/>
                </a:lnTo>
                <a:close/>
                <a:moveTo>
                  <a:pt x="11783" y="9137"/>
                </a:moveTo>
                <a:lnTo>
                  <a:pt x="11783" y="11909"/>
                </a:lnTo>
                <a:lnTo>
                  <a:pt x="10806" y="11909"/>
                </a:lnTo>
                <a:lnTo>
                  <a:pt x="10806" y="9137"/>
                </a:lnTo>
                <a:close/>
                <a:moveTo>
                  <a:pt x="2993" y="1"/>
                </a:moveTo>
                <a:cubicBezTo>
                  <a:pt x="2773" y="1"/>
                  <a:pt x="2615" y="190"/>
                  <a:pt x="2615" y="410"/>
                </a:cubicBezTo>
                <a:lnTo>
                  <a:pt x="2615" y="1670"/>
                </a:lnTo>
                <a:lnTo>
                  <a:pt x="2206" y="1670"/>
                </a:lnTo>
                <a:cubicBezTo>
                  <a:pt x="1985" y="1670"/>
                  <a:pt x="1796" y="1859"/>
                  <a:pt x="1796" y="2080"/>
                </a:cubicBezTo>
                <a:lnTo>
                  <a:pt x="1796" y="8318"/>
                </a:lnTo>
                <a:lnTo>
                  <a:pt x="410" y="8318"/>
                </a:lnTo>
                <a:cubicBezTo>
                  <a:pt x="158" y="8318"/>
                  <a:pt x="0" y="8507"/>
                  <a:pt x="0" y="8696"/>
                </a:cubicBezTo>
                <a:lnTo>
                  <a:pt x="0" y="12287"/>
                </a:lnTo>
                <a:cubicBezTo>
                  <a:pt x="0" y="12540"/>
                  <a:pt x="221" y="12697"/>
                  <a:pt x="410" y="12697"/>
                </a:cubicBezTo>
                <a:lnTo>
                  <a:pt x="12256" y="12697"/>
                </a:lnTo>
                <a:cubicBezTo>
                  <a:pt x="12508" y="12697"/>
                  <a:pt x="12665" y="12477"/>
                  <a:pt x="12665" y="12287"/>
                </a:cubicBezTo>
                <a:lnTo>
                  <a:pt x="12665" y="8696"/>
                </a:lnTo>
                <a:cubicBezTo>
                  <a:pt x="12602" y="8475"/>
                  <a:pt x="12445" y="8318"/>
                  <a:pt x="12224" y="8318"/>
                </a:cubicBezTo>
                <a:lnTo>
                  <a:pt x="10838" y="8318"/>
                </a:lnTo>
                <a:lnTo>
                  <a:pt x="10838" y="2080"/>
                </a:lnTo>
                <a:cubicBezTo>
                  <a:pt x="10838" y="1859"/>
                  <a:pt x="10649" y="1670"/>
                  <a:pt x="10460" y="1670"/>
                </a:cubicBezTo>
                <a:lnTo>
                  <a:pt x="10019" y="1670"/>
                </a:lnTo>
                <a:lnTo>
                  <a:pt x="10019" y="410"/>
                </a:lnTo>
                <a:cubicBezTo>
                  <a:pt x="10019" y="158"/>
                  <a:pt x="9830" y="1"/>
                  <a:pt x="9609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1" name="Google Shape;801;p34"/>
          <p:cNvGrpSpPr/>
          <p:nvPr/>
        </p:nvGrpSpPr>
        <p:grpSpPr>
          <a:xfrm>
            <a:off x="4099101" y="2193817"/>
            <a:ext cx="368186" cy="366364"/>
            <a:chOff x="-63679950" y="3360375"/>
            <a:chExt cx="318225" cy="316650"/>
          </a:xfrm>
        </p:grpSpPr>
        <p:sp>
          <p:nvSpPr>
            <p:cNvPr id="802" name="Google Shape;802;p34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6" name="Google Shape;806;p34"/>
          <p:cNvSpPr/>
          <p:nvPr/>
        </p:nvSpPr>
        <p:spPr>
          <a:xfrm>
            <a:off x="4098068" y="2636120"/>
            <a:ext cx="370009" cy="367724"/>
          </a:xfrm>
          <a:custGeom>
            <a:rect b="b" l="l" r="r" t="t"/>
            <a:pathLst>
              <a:path extrusionOk="0" h="12713" w="12792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7" name="Google Shape;807;p34"/>
          <p:cNvGrpSpPr/>
          <p:nvPr/>
        </p:nvGrpSpPr>
        <p:grpSpPr>
          <a:xfrm>
            <a:off x="4097728" y="3065154"/>
            <a:ext cx="370934" cy="367521"/>
            <a:chOff x="-63679950" y="4093450"/>
            <a:chExt cx="320600" cy="317650"/>
          </a:xfrm>
        </p:grpSpPr>
        <p:sp>
          <p:nvSpPr>
            <p:cNvPr id="808" name="Google Shape;808;p34"/>
            <p:cNvSpPr/>
            <p:nvPr/>
          </p:nvSpPr>
          <p:spPr>
            <a:xfrm>
              <a:off x="-63595650" y="4093450"/>
              <a:ext cx="236300" cy="230425"/>
            </a:xfrm>
            <a:custGeom>
              <a:rect b="b" l="l" r="r" t="t"/>
              <a:pathLst>
                <a:path extrusionOk="0" h="9217" w="9452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-63679950" y="4233850"/>
              <a:ext cx="177250" cy="177250"/>
            </a:xfrm>
            <a:custGeom>
              <a:rect b="b" l="l" r="r" t="t"/>
              <a:pathLst>
                <a:path extrusionOk="0" h="7090" w="709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4"/>
            <p:cNvSpPr/>
            <p:nvPr/>
          </p:nvSpPr>
          <p:spPr>
            <a:xfrm>
              <a:off x="-63548400" y="4348850"/>
              <a:ext cx="185900" cy="62250"/>
            </a:xfrm>
            <a:custGeom>
              <a:rect b="b" l="l" r="r" t="t"/>
              <a:pathLst>
                <a:path extrusionOk="0" h="2490" w="7436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34"/>
          <p:cNvGrpSpPr/>
          <p:nvPr/>
        </p:nvGrpSpPr>
        <p:grpSpPr>
          <a:xfrm>
            <a:off x="2757845" y="3558156"/>
            <a:ext cx="366364" cy="367290"/>
            <a:chOff x="-61784125" y="3377700"/>
            <a:chExt cx="316650" cy="317450"/>
          </a:xfrm>
        </p:grpSpPr>
        <p:sp>
          <p:nvSpPr>
            <p:cNvPr id="812" name="Google Shape;812;p34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9" name="Google Shape;819;p34"/>
          <p:cNvGrpSpPr/>
          <p:nvPr/>
        </p:nvGrpSpPr>
        <p:grpSpPr>
          <a:xfrm>
            <a:off x="2757845" y="4008558"/>
            <a:ext cx="366364" cy="367290"/>
            <a:chOff x="-61783350" y="3743950"/>
            <a:chExt cx="316650" cy="317450"/>
          </a:xfrm>
        </p:grpSpPr>
        <p:sp>
          <p:nvSpPr>
            <p:cNvPr id="820" name="Google Shape;820;p34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2" name="Google Shape;822;p34"/>
          <p:cNvSpPr/>
          <p:nvPr/>
        </p:nvSpPr>
        <p:spPr>
          <a:xfrm>
            <a:off x="2757726" y="4467358"/>
            <a:ext cx="366364" cy="366682"/>
          </a:xfrm>
          <a:custGeom>
            <a:rect b="b" l="l" r="r" t="t"/>
            <a:pathLst>
              <a:path extrusionOk="0" h="12677" w="12666">
                <a:moveTo>
                  <a:pt x="8916" y="1639"/>
                </a:moveTo>
                <a:cubicBezTo>
                  <a:pt x="9137" y="1639"/>
                  <a:pt x="9294" y="1828"/>
                  <a:pt x="9294" y="2048"/>
                </a:cubicBezTo>
                <a:cubicBezTo>
                  <a:pt x="9294" y="2269"/>
                  <a:pt x="9105" y="2458"/>
                  <a:pt x="8916" y="2458"/>
                </a:cubicBezTo>
                <a:lnTo>
                  <a:pt x="3655" y="2458"/>
                </a:lnTo>
                <a:cubicBezTo>
                  <a:pt x="3434" y="2458"/>
                  <a:pt x="3245" y="2269"/>
                  <a:pt x="3245" y="2048"/>
                </a:cubicBezTo>
                <a:cubicBezTo>
                  <a:pt x="3245" y="1796"/>
                  <a:pt x="3434" y="1639"/>
                  <a:pt x="3655" y="1639"/>
                </a:cubicBezTo>
                <a:close/>
                <a:moveTo>
                  <a:pt x="10555" y="3245"/>
                </a:moveTo>
                <a:cubicBezTo>
                  <a:pt x="10807" y="3245"/>
                  <a:pt x="10964" y="3434"/>
                  <a:pt x="10964" y="3686"/>
                </a:cubicBezTo>
                <a:cubicBezTo>
                  <a:pt x="10964" y="3939"/>
                  <a:pt x="10807" y="4128"/>
                  <a:pt x="10555" y="4128"/>
                </a:cubicBezTo>
                <a:lnTo>
                  <a:pt x="2017" y="4128"/>
                </a:lnTo>
                <a:cubicBezTo>
                  <a:pt x="1765" y="4128"/>
                  <a:pt x="1607" y="3939"/>
                  <a:pt x="1607" y="3686"/>
                </a:cubicBezTo>
                <a:cubicBezTo>
                  <a:pt x="1607" y="3434"/>
                  <a:pt x="1828" y="3245"/>
                  <a:pt x="2017" y="3245"/>
                </a:cubicBezTo>
                <a:close/>
                <a:moveTo>
                  <a:pt x="6711" y="5766"/>
                </a:moveTo>
                <a:cubicBezTo>
                  <a:pt x="7593" y="5766"/>
                  <a:pt x="8349" y="6522"/>
                  <a:pt x="8349" y="7436"/>
                </a:cubicBezTo>
                <a:cubicBezTo>
                  <a:pt x="8349" y="8349"/>
                  <a:pt x="7593" y="9074"/>
                  <a:pt x="6711" y="9074"/>
                </a:cubicBezTo>
                <a:cubicBezTo>
                  <a:pt x="5797" y="9074"/>
                  <a:pt x="5041" y="8349"/>
                  <a:pt x="5041" y="7436"/>
                </a:cubicBezTo>
                <a:cubicBezTo>
                  <a:pt x="5041" y="6522"/>
                  <a:pt x="5797" y="5766"/>
                  <a:pt x="6711" y="5766"/>
                </a:cubicBezTo>
                <a:close/>
                <a:moveTo>
                  <a:pt x="2048" y="0"/>
                </a:moveTo>
                <a:cubicBezTo>
                  <a:pt x="1828" y="0"/>
                  <a:pt x="1670" y="189"/>
                  <a:pt x="1670" y="378"/>
                </a:cubicBezTo>
                <a:cubicBezTo>
                  <a:pt x="1670" y="1040"/>
                  <a:pt x="1103" y="1639"/>
                  <a:pt x="410" y="1639"/>
                </a:cubicBezTo>
                <a:cubicBezTo>
                  <a:pt x="158" y="1639"/>
                  <a:pt x="0" y="1828"/>
                  <a:pt x="0" y="2048"/>
                </a:cubicBezTo>
                <a:lnTo>
                  <a:pt x="0" y="6994"/>
                </a:lnTo>
                <a:cubicBezTo>
                  <a:pt x="0" y="7247"/>
                  <a:pt x="189" y="7404"/>
                  <a:pt x="410" y="7404"/>
                </a:cubicBezTo>
                <a:cubicBezTo>
                  <a:pt x="1072" y="7404"/>
                  <a:pt x="1670" y="7940"/>
                  <a:pt x="1670" y="8601"/>
                </a:cubicBezTo>
                <a:cubicBezTo>
                  <a:pt x="1670" y="8853"/>
                  <a:pt x="1859" y="9042"/>
                  <a:pt x="2048" y="9042"/>
                </a:cubicBezTo>
                <a:lnTo>
                  <a:pt x="4884" y="9042"/>
                </a:lnTo>
                <a:lnTo>
                  <a:pt x="5073" y="9231"/>
                </a:lnTo>
                <a:lnTo>
                  <a:pt x="5073" y="12224"/>
                </a:lnTo>
                <a:cubicBezTo>
                  <a:pt x="5073" y="12468"/>
                  <a:pt x="5298" y="12654"/>
                  <a:pt x="5517" y="12654"/>
                </a:cubicBezTo>
                <a:cubicBezTo>
                  <a:pt x="5581" y="12654"/>
                  <a:pt x="5645" y="12638"/>
                  <a:pt x="5703" y="12602"/>
                </a:cubicBezTo>
                <a:lnTo>
                  <a:pt x="6743" y="11909"/>
                </a:lnTo>
                <a:lnTo>
                  <a:pt x="7782" y="12602"/>
                </a:lnTo>
                <a:cubicBezTo>
                  <a:pt x="7850" y="12653"/>
                  <a:pt x="7926" y="12676"/>
                  <a:pt x="8002" y="12676"/>
                </a:cubicBezTo>
                <a:cubicBezTo>
                  <a:pt x="8210" y="12676"/>
                  <a:pt x="8412" y="12501"/>
                  <a:pt x="8412" y="12224"/>
                </a:cubicBezTo>
                <a:lnTo>
                  <a:pt x="8412" y="9231"/>
                </a:lnTo>
                <a:lnTo>
                  <a:pt x="8601" y="9042"/>
                </a:lnTo>
                <a:lnTo>
                  <a:pt x="10618" y="9042"/>
                </a:lnTo>
                <a:cubicBezTo>
                  <a:pt x="10838" y="9042"/>
                  <a:pt x="10996" y="8853"/>
                  <a:pt x="10996" y="8601"/>
                </a:cubicBezTo>
                <a:cubicBezTo>
                  <a:pt x="10996" y="7940"/>
                  <a:pt x="11563" y="7404"/>
                  <a:pt x="12224" y="7404"/>
                </a:cubicBezTo>
                <a:cubicBezTo>
                  <a:pt x="12445" y="7404"/>
                  <a:pt x="12665" y="7184"/>
                  <a:pt x="12665" y="6994"/>
                </a:cubicBezTo>
                <a:lnTo>
                  <a:pt x="12665" y="2048"/>
                </a:lnTo>
                <a:cubicBezTo>
                  <a:pt x="12602" y="1796"/>
                  <a:pt x="12445" y="1639"/>
                  <a:pt x="12224" y="1639"/>
                </a:cubicBezTo>
                <a:cubicBezTo>
                  <a:pt x="11531" y="1639"/>
                  <a:pt x="10996" y="1103"/>
                  <a:pt x="10996" y="378"/>
                </a:cubicBezTo>
                <a:cubicBezTo>
                  <a:pt x="10996" y="158"/>
                  <a:pt x="10807" y="0"/>
                  <a:pt x="10586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4"/>
          <p:cNvSpPr/>
          <p:nvPr/>
        </p:nvSpPr>
        <p:spPr>
          <a:xfrm>
            <a:off x="4980528" y="3568003"/>
            <a:ext cx="366364" cy="347563"/>
          </a:xfrm>
          <a:custGeom>
            <a:rect b="b" l="l" r="r" t="t"/>
            <a:pathLst>
              <a:path extrusionOk="0" h="12016" w="12666">
                <a:moveTo>
                  <a:pt x="3844" y="5105"/>
                </a:moveTo>
                <a:cubicBezTo>
                  <a:pt x="4096" y="5105"/>
                  <a:pt x="4285" y="5325"/>
                  <a:pt x="4285" y="5514"/>
                </a:cubicBezTo>
                <a:lnTo>
                  <a:pt x="4285" y="7153"/>
                </a:lnTo>
                <a:cubicBezTo>
                  <a:pt x="4285" y="7405"/>
                  <a:pt x="4096" y="7562"/>
                  <a:pt x="3844" y="7562"/>
                </a:cubicBezTo>
                <a:lnTo>
                  <a:pt x="2206" y="7562"/>
                </a:lnTo>
                <a:cubicBezTo>
                  <a:pt x="1954" y="7562"/>
                  <a:pt x="1765" y="7342"/>
                  <a:pt x="1765" y="7153"/>
                </a:cubicBezTo>
                <a:lnTo>
                  <a:pt x="1765" y="5514"/>
                </a:lnTo>
                <a:cubicBezTo>
                  <a:pt x="1765" y="5262"/>
                  <a:pt x="1954" y="5105"/>
                  <a:pt x="2206" y="5105"/>
                </a:cubicBezTo>
                <a:close/>
                <a:moveTo>
                  <a:pt x="7215" y="1765"/>
                </a:moveTo>
                <a:cubicBezTo>
                  <a:pt x="7436" y="1765"/>
                  <a:pt x="7593" y="1954"/>
                  <a:pt x="7593" y="2206"/>
                </a:cubicBezTo>
                <a:lnTo>
                  <a:pt x="7593" y="7153"/>
                </a:lnTo>
                <a:cubicBezTo>
                  <a:pt x="7593" y="7405"/>
                  <a:pt x="7404" y="7562"/>
                  <a:pt x="7215" y="7562"/>
                </a:cubicBezTo>
                <a:lnTo>
                  <a:pt x="5545" y="7562"/>
                </a:lnTo>
                <a:cubicBezTo>
                  <a:pt x="5325" y="7562"/>
                  <a:pt x="5167" y="7342"/>
                  <a:pt x="5167" y="7153"/>
                </a:cubicBezTo>
                <a:lnTo>
                  <a:pt x="5167" y="2206"/>
                </a:lnTo>
                <a:cubicBezTo>
                  <a:pt x="5167" y="1954"/>
                  <a:pt x="5356" y="1765"/>
                  <a:pt x="5545" y="1765"/>
                </a:cubicBezTo>
                <a:close/>
                <a:moveTo>
                  <a:pt x="10523" y="4286"/>
                </a:moveTo>
                <a:cubicBezTo>
                  <a:pt x="10744" y="4286"/>
                  <a:pt x="10901" y="4475"/>
                  <a:pt x="10901" y="4664"/>
                </a:cubicBezTo>
                <a:lnTo>
                  <a:pt x="10901" y="7153"/>
                </a:lnTo>
                <a:cubicBezTo>
                  <a:pt x="10901" y="7405"/>
                  <a:pt x="10712" y="7562"/>
                  <a:pt x="10523" y="7562"/>
                </a:cubicBezTo>
                <a:lnTo>
                  <a:pt x="8853" y="7562"/>
                </a:lnTo>
                <a:cubicBezTo>
                  <a:pt x="8633" y="7562"/>
                  <a:pt x="8475" y="7342"/>
                  <a:pt x="8475" y="7153"/>
                </a:cubicBezTo>
                <a:lnTo>
                  <a:pt x="8475" y="4664"/>
                </a:lnTo>
                <a:cubicBezTo>
                  <a:pt x="8475" y="4443"/>
                  <a:pt x="8664" y="4286"/>
                  <a:pt x="8853" y="4286"/>
                </a:cubicBezTo>
                <a:close/>
                <a:moveTo>
                  <a:pt x="6333" y="1"/>
                </a:moveTo>
                <a:cubicBezTo>
                  <a:pt x="2836" y="1"/>
                  <a:pt x="0" y="2490"/>
                  <a:pt x="0" y="5514"/>
                </a:cubicBezTo>
                <a:cubicBezTo>
                  <a:pt x="0" y="6900"/>
                  <a:pt x="599" y="8224"/>
                  <a:pt x="1639" y="9200"/>
                </a:cubicBezTo>
                <a:lnTo>
                  <a:pt x="1639" y="11626"/>
                </a:lnTo>
                <a:cubicBezTo>
                  <a:pt x="1639" y="11856"/>
                  <a:pt x="1832" y="12016"/>
                  <a:pt x="2045" y="12016"/>
                </a:cubicBezTo>
                <a:cubicBezTo>
                  <a:pt x="2153" y="12016"/>
                  <a:pt x="2267" y="11974"/>
                  <a:pt x="2363" y="11878"/>
                </a:cubicBezTo>
                <a:lnTo>
                  <a:pt x="3749" y="10492"/>
                </a:lnTo>
                <a:cubicBezTo>
                  <a:pt x="4569" y="10839"/>
                  <a:pt x="5419" y="10965"/>
                  <a:pt x="6333" y="10965"/>
                </a:cubicBezTo>
                <a:cubicBezTo>
                  <a:pt x="9830" y="10965"/>
                  <a:pt x="12665" y="8507"/>
                  <a:pt x="12665" y="5451"/>
                </a:cubicBezTo>
                <a:cubicBezTo>
                  <a:pt x="12665" y="2427"/>
                  <a:pt x="9830" y="1"/>
                  <a:pt x="6333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4979617" y="4048644"/>
            <a:ext cx="368186" cy="287081"/>
          </a:xfrm>
          <a:custGeom>
            <a:rect b="b" l="l" r="r" t="t"/>
            <a:pathLst>
              <a:path extrusionOk="0" h="9925" w="12729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4"/>
                </a:lnTo>
                <a:lnTo>
                  <a:pt x="978" y="6239"/>
                </a:lnTo>
                <a:cubicBezTo>
                  <a:pt x="960" y="6256"/>
                  <a:pt x="937" y="6264"/>
                  <a:pt x="914" y="6264"/>
                </a:cubicBezTo>
                <a:cubicBezTo>
                  <a:pt x="854" y="6264"/>
                  <a:pt x="788" y="621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4128" y="7184"/>
                </a:moveTo>
                <a:lnTo>
                  <a:pt x="6963" y="8035"/>
                </a:lnTo>
                <a:cubicBezTo>
                  <a:pt x="6648" y="8507"/>
                  <a:pt x="6176" y="8759"/>
                  <a:pt x="5640" y="8759"/>
                </a:cubicBezTo>
                <a:cubicBezTo>
                  <a:pt x="4821" y="8759"/>
                  <a:pt x="4097" y="8066"/>
                  <a:pt x="4128" y="7184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198"/>
                </a:cubicBezTo>
                <a:lnTo>
                  <a:pt x="11815" y="8665"/>
                </a:lnTo>
                <a:cubicBezTo>
                  <a:pt x="11815" y="8885"/>
                  <a:pt x="11626" y="9043"/>
                  <a:pt x="11374" y="9043"/>
                </a:cubicBezTo>
                <a:cubicBezTo>
                  <a:pt x="11154" y="9043"/>
                  <a:pt x="10996" y="8854"/>
                  <a:pt x="10996" y="8665"/>
                </a:cubicBezTo>
                <a:lnTo>
                  <a:pt x="10996" y="1198"/>
                </a:lnTo>
                <a:cubicBezTo>
                  <a:pt x="10996" y="977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70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5"/>
                  <a:pt x="983" y="7095"/>
                </a:cubicBezTo>
                <a:cubicBezTo>
                  <a:pt x="1127" y="7095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44"/>
                  <a:pt x="4286" y="9641"/>
                  <a:pt x="5672" y="9641"/>
                </a:cubicBezTo>
                <a:cubicBezTo>
                  <a:pt x="6585" y="9641"/>
                  <a:pt x="7405" y="9074"/>
                  <a:pt x="7814" y="8287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96"/>
                </a:cubicBezTo>
                <a:lnTo>
                  <a:pt x="12729" y="1261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5" name="Google Shape;825;p34"/>
          <p:cNvGrpSpPr/>
          <p:nvPr/>
        </p:nvGrpSpPr>
        <p:grpSpPr>
          <a:xfrm>
            <a:off x="4979269" y="4468391"/>
            <a:ext cx="369112" cy="364657"/>
            <a:chOff x="-59869425" y="4102225"/>
            <a:chExt cx="319025" cy="315175"/>
          </a:xfrm>
        </p:grpSpPr>
        <p:sp>
          <p:nvSpPr>
            <p:cNvPr id="826" name="Google Shape;826;p34"/>
            <p:cNvSpPr/>
            <p:nvPr/>
          </p:nvSpPr>
          <p:spPr>
            <a:xfrm>
              <a:off x="-59869425" y="4102225"/>
              <a:ext cx="149675" cy="256825"/>
            </a:xfrm>
            <a:custGeom>
              <a:rect b="b" l="l" r="r" t="t"/>
              <a:pathLst>
                <a:path extrusionOk="0" h="10273" w="5987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-59811125" y="4322075"/>
              <a:ext cx="201650" cy="95325"/>
            </a:xfrm>
            <a:custGeom>
              <a:rect b="b" l="l" r="r" t="t"/>
              <a:pathLst>
                <a:path extrusionOk="0" h="3813" w="8066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-59700075" y="4102225"/>
              <a:ext cx="149675" cy="256525"/>
            </a:xfrm>
            <a:custGeom>
              <a:rect b="b" l="l" r="r" t="t"/>
              <a:pathLst>
                <a:path extrusionOk="0" h="10261" w="5987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-59742600" y="4187375"/>
              <a:ext cx="63025" cy="144950"/>
            </a:xfrm>
            <a:custGeom>
              <a:rect b="b" l="l" r="r" t="t"/>
              <a:pathLst>
                <a:path extrusionOk="0" h="5798" w="2521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0" name="Google Shape;830;p34"/>
          <p:cNvGrpSpPr/>
          <p:nvPr/>
        </p:nvGrpSpPr>
        <p:grpSpPr>
          <a:xfrm>
            <a:off x="4098072" y="4937213"/>
            <a:ext cx="366364" cy="365467"/>
            <a:chOff x="-59029025" y="3711650"/>
            <a:chExt cx="316650" cy="315875"/>
          </a:xfrm>
        </p:grpSpPr>
        <p:sp>
          <p:nvSpPr>
            <p:cNvPr id="831" name="Google Shape;831;p34"/>
            <p:cNvSpPr/>
            <p:nvPr/>
          </p:nvSpPr>
          <p:spPr>
            <a:xfrm>
              <a:off x="-59029025" y="3712450"/>
              <a:ext cx="70125" cy="70125"/>
            </a:xfrm>
            <a:custGeom>
              <a:rect b="b" l="l" r="r" t="t"/>
              <a:pathLst>
                <a:path extrusionOk="0" h="2805" w="2805">
                  <a:moveTo>
                    <a:pt x="1229" y="0"/>
                  </a:moveTo>
                  <a:cubicBezTo>
                    <a:pt x="568" y="0"/>
                    <a:pt x="1" y="568"/>
                    <a:pt x="1" y="1229"/>
                  </a:cubicBezTo>
                  <a:cubicBezTo>
                    <a:pt x="1" y="1891"/>
                    <a:pt x="568" y="2458"/>
                    <a:pt x="1229" y="2458"/>
                  </a:cubicBezTo>
                  <a:cubicBezTo>
                    <a:pt x="1419" y="2458"/>
                    <a:pt x="1576" y="2426"/>
                    <a:pt x="1734" y="2332"/>
                  </a:cubicBezTo>
                  <a:lnTo>
                    <a:pt x="2206" y="2804"/>
                  </a:lnTo>
                  <a:cubicBezTo>
                    <a:pt x="2458" y="2489"/>
                    <a:pt x="2584" y="2426"/>
                    <a:pt x="2805" y="2206"/>
                  </a:cubicBezTo>
                  <a:lnTo>
                    <a:pt x="2332" y="1733"/>
                  </a:lnTo>
                  <a:cubicBezTo>
                    <a:pt x="2427" y="1576"/>
                    <a:pt x="2458" y="1387"/>
                    <a:pt x="2458" y="1229"/>
                  </a:cubicBezTo>
                  <a:cubicBezTo>
                    <a:pt x="2458" y="568"/>
                    <a:pt x="1923" y="0"/>
                    <a:pt x="122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-58782500" y="3958175"/>
              <a:ext cx="70125" cy="69350"/>
            </a:xfrm>
            <a:custGeom>
              <a:rect b="b" l="l" r="r" t="t"/>
              <a:pathLst>
                <a:path extrusionOk="0" h="2774" w="2805">
                  <a:moveTo>
                    <a:pt x="599" y="1"/>
                  </a:moveTo>
                  <a:cubicBezTo>
                    <a:pt x="379" y="222"/>
                    <a:pt x="316" y="316"/>
                    <a:pt x="1" y="568"/>
                  </a:cubicBezTo>
                  <a:lnTo>
                    <a:pt x="473" y="1041"/>
                  </a:lnTo>
                  <a:cubicBezTo>
                    <a:pt x="379" y="1198"/>
                    <a:pt x="347" y="1387"/>
                    <a:pt x="347" y="1576"/>
                  </a:cubicBezTo>
                  <a:cubicBezTo>
                    <a:pt x="347" y="2238"/>
                    <a:pt x="914" y="2773"/>
                    <a:pt x="1576" y="2773"/>
                  </a:cubicBezTo>
                  <a:cubicBezTo>
                    <a:pt x="2238" y="2773"/>
                    <a:pt x="2805" y="2238"/>
                    <a:pt x="2805" y="1576"/>
                  </a:cubicBezTo>
                  <a:cubicBezTo>
                    <a:pt x="2805" y="883"/>
                    <a:pt x="2238" y="348"/>
                    <a:pt x="1576" y="348"/>
                  </a:cubicBezTo>
                  <a:cubicBezTo>
                    <a:pt x="1387" y="348"/>
                    <a:pt x="1230" y="379"/>
                    <a:pt x="1072" y="474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4"/>
            <p:cNvSpPr/>
            <p:nvPr/>
          </p:nvSpPr>
          <p:spPr>
            <a:xfrm>
              <a:off x="-58782500" y="3711650"/>
              <a:ext cx="70125" cy="70125"/>
            </a:xfrm>
            <a:custGeom>
              <a:rect b="b" l="l" r="r" t="t"/>
              <a:pathLst>
                <a:path extrusionOk="0" h="2805" w="2805">
                  <a:moveTo>
                    <a:pt x="1576" y="1"/>
                  </a:moveTo>
                  <a:cubicBezTo>
                    <a:pt x="914" y="1"/>
                    <a:pt x="347" y="568"/>
                    <a:pt x="347" y="1230"/>
                  </a:cubicBezTo>
                  <a:cubicBezTo>
                    <a:pt x="347" y="1419"/>
                    <a:pt x="379" y="1576"/>
                    <a:pt x="473" y="1734"/>
                  </a:cubicBezTo>
                  <a:lnTo>
                    <a:pt x="1" y="2206"/>
                  </a:lnTo>
                  <a:cubicBezTo>
                    <a:pt x="284" y="2458"/>
                    <a:pt x="347" y="2521"/>
                    <a:pt x="599" y="2805"/>
                  </a:cubicBezTo>
                  <a:lnTo>
                    <a:pt x="1072" y="2332"/>
                  </a:lnTo>
                  <a:cubicBezTo>
                    <a:pt x="1230" y="2395"/>
                    <a:pt x="1419" y="2458"/>
                    <a:pt x="1576" y="2458"/>
                  </a:cubicBezTo>
                  <a:cubicBezTo>
                    <a:pt x="2238" y="2458"/>
                    <a:pt x="2805" y="1891"/>
                    <a:pt x="2805" y="1230"/>
                  </a:cubicBezTo>
                  <a:cubicBezTo>
                    <a:pt x="2805" y="568"/>
                    <a:pt x="2238" y="1"/>
                    <a:pt x="157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-58911650" y="3880200"/>
              <a:ext cx="79550" cy="30750"/>
            </a:xfrm>
            <a:custGeom>
              <a:rect b="b" l="l" r="r" t="t"/>
              <a:pathLst>
                <a:path extrusionOk="0" h="1230" w="3182">
                  <a:moveTo>
                    <a:pt x="1607" y="1"/>
                  </a:moveTo>
                  <a:cubicBezTo>
                    <a:pt x="819" y="1"/>
                    <a:pt x="189" y="505"/>
                    <a:pt x="0" y="1230"/>
                  </a:cubicBezTo>
                  <a:lnTo>
                    <a:pt x="3182" y="1230"/>
                  </a:lnTo>
                  <a:cubicBezTo>
                    <a:pt x="3025" y="537"/>
                    <a:pt x="2394" y="1"/>
                    <a:pt x="160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-58891975" y="3818000"/>
              <a:ext cx="41775" cy="41750"/>
            </a:xfrm>
            <a:custGeom>
              <a:rect b="b" l="l" r="r" t="t"/>
              <a:pathLst>
                <a:path extrusionOk="0" h="1670" w="1671">
                  <a:moveTo>
                    <a:pt x="851" y="0"/>
                  </a:moveTo>
                  <a:cubicBezTo>
                    <a:pt x="379" y="0"/>
                    <a:pt x="1" y="378"/>
                    <a:pt x="1" y="819"/>
                  </a:cubicBezTo>
                  <a:cubicBezTo>
                    <a:pt x="1" y="1292"/>
                    <a:pt x="379" y="1670"/>
                    <a:pt x="851" y="1670"/>
                  </a:cubicBezTo>
                  <a:cubicBezTo>
                    <a:pt x="1292" y="1670"/>
                    <a:pt x="1670" y="1292"/>
                    <a:pt x="1670" y="819"/>
                  </a:cubicBezTo>
                  <a:cubicBezTo>
                    <a:pt x="1670" y="378"/>
                    <a:pt x="1292" y="0"/>
                    <a:pt x="85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-58983325" y="3755775"/>
              <a:ext cx="227625" cy="226850"/>
            </a:xfrm>
            <a:custGeom>
              <a:rect b="b" l="l" r="r" t="t"/>
              <a:pathLst>
                <a:path extrusionOk="0" h="9074" w="9105">
                  <a:moveTo>
                    <a:pt x="4537" y="1701"/>
                  </a:moveTo>
                  <a:cubicBezTo>
                    <a:pt x="5419" y="1701"/>
                    <a:pt x="6175" y="2458"/>
                    <a:pt x="6175" y="3371"/>
                  </a:cubicBezTo>
                  <a:cubicBezTo>
                    <a:pt x="6175" y="3781"/>
                    <a:pt x="6018" y="4190"/>
                    <a:pt x="5702" y="4505"/>
                  </a:cubicBezTo>
                  <a:cubicBezTo>
                    <a:pt x="6459" y="4946"/>
                    <a:pt x="6994" y="5734"/>
                    <a:pt x="6994" y="6679"/>
                  </a:cubicBezTo>
                  <a:cubicBezTo>
                    <a:pt x="6963" y="6868"/>
                    <a:pt x="6805" y="7057"/>
                    <a:pt x="6585" y="7057"/>
                  </a:cubicBezTo>
                  <a:lnTo>
                    <a:pt x="2426" y="7057"/>
                  </a:lnTo>
                  <a:cubicBezTo>
                    <a:pt x="2205" y="7057"/>
                    <a:pt x="2048" y="6868"/>
                    <a:pt x="2048" y="6679"/>
                  </a:cubicBezTo>
                  <a:cubicBezTo>
                    <a:pt x="2048" y="5734"/>
                    <a:pt x="2552" y="4946"/>
                    <a:pt x="3340" y="4505"/>
                  </a:cubicBezTo>
                  <a:cubicBezTo>
                    <a:pt x="3056" y="4190"/>
                    <a:pt x="2867" y="3781"/>
                    <a:pt x="2867" y="3371"/>
                  </a:cubicBezTo>
                  <a:cubicBezTo>
                    <a:pt x="2867" y="2458"/>
                    <a:pt x="3623" y="1701"/>
                    <a:pt x="4537" y="1701"/>
                  </a:cubicBezTo>
                  <a:close/>
                  <a:moveTo>
                    <a:pt x="4537" y="0"/>
                  </a:moveTo>
                  <a:cubicBezTo>
                    <a:pt x="2016" y="0"/>
                    <a:pt x="0" y="2048"/>
                    <a:pt x="0" y="4537"/>
                  </a:cubicBezTo>
                  <a:cubicBezTo>
                    <a:pt x="0" y="7057"/>
                    <a:pt x="2048" y="9074"/>
                    <a:pt x="4537" y="9074"/>
                  </a:cubicBezTo>
                  <a:cubicBezTo>
                    <a:pt x="7057" y="9074"/>
                    <a:pt x="9042" y="7026"/>
                    <a:pt x="9042" y="4537"/>
                  </a:cubicBezTo>
                  <a:cubicBezTo>
                    <a:pt x="9105" y="2017"/>
                    <a:pt x="7057" y="0"/>
                    <a:pt x="453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-59029025" y="3956600"/>
              <a:ext cx="70900" cy="70925"/>
            </a:xfrm>
            <a:custGeom>
              <a:rect b="b" l="l" r="r" t="t"/>
              <a:pathLst>
                <a:path extrusionOk="0" h="2837" w="2836">
                  <a:moveTo>
                    <a:pt x="2269" y="1"/>
                  </a:moveTo>
                  <a:lnTo>
                    <a:pt x="1734" y="537"/>
                  </a:lnTo>
                  <a:cubicBezTo>
                    <a:pt x="1576" y="442"/>
                    <a:pt x="1387" y="411"/>
                    <a:pt x="1229" y="411"/>
                  </a:cubicBezTo>
                  <a:cubicBezTo>
                    <a:pt x="568" y="411"/>
                    <a:pt x="1" y="946"/>
                    <a:pt x="1" y="1639"/>
                  </a:cubicBezTo>
                  <a:cubicBezTo>
                    <a:pt x="1" y="2301"/>
                    <a:pt x="568" y="2836"/>
                    <a:pt x="1229" y="2836"/>
                  </a:cubicBezTo>
                  <a:cubicBezTo>
                    <a:pt x="1891" y="2836"/>
                    <a:pt x="2458" y="2301"/>
                    <a:pt x="2458" y="1639"/>
                  </a:cubicBezTo>
                  <a:cubicBezTo>
                    <a:pt x="2458" y="1419"/>
                    <a:pt x="2427" y="1261"/>
                    <a:pt x="2332" y="1104"/>
                  </a:cubicBezTo>
                  <a:lnTo>
                    <a:pt x="2836" y="600"/>
                  </a:lnTo>
                  <a:cubicBezTo>
                    <a:pt x="2584" y="379"/>
                    <a:pt x="2490" y="285"/>
                    <a:pt x="226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8" name="Google Shape;838;p34"/>
          <p:cNvGrpSpPr/>
          <p:nvPr/>
        </p:nvGrpSpPr>
        <p:grpSpPr>
          <a:xfrm>
            <a:off x="6334150" y="2193268"/>
            <a:ext cx="351940" cy="348188"/>
            <a:chOff x="581525" y="3254850"/>
            <a:chExt cx="297750" cy="294575"/>
          </a:xfrm>
        </p:grpSpPr>
        <p:sp>
          <p:nvSpPr>
            <p:cNvPr id="839" name="Google Shape;839;p34"/>
            <p:cNvSpPr/>
            <p:nvPr/>
          </p:nvSpPr>
          <p:spPr>
            <a:xfrm>
              <a:off x="616950" y="3358025"/>
              <a:ext cx="89025" cy="86650"/>
            </a:xfrm>
            <a:custGeom>
              <a:rect b="b" l="l" r="r" t="t"/>
              <a:pathLst>
                <a:path extrusionOk="0" h="3466" w="3561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721725" y="3254850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1355"/>
                  </a:moveTo>
                  <a:cubicBezTo>
                    <a:pt x="3749" y="1355"/>
                    <a:pt x="4159" y="1827"/>
                    <a:pt x="4159" y="2363"/>
                  </a:cubicBezTo>
                  <a:cubicBezTo>
                    <a:pt x="4159" y="2773"/>
                    <a:pt x="3970" y="3119"/>
                    <a:pt x="3623" y="3277"/>
                  </a:cubicBezTo>
                  <a:cubicBezTo>
                    <a:pt x="3529" y="3308"/>
                    <a:pt x="3497" y="3434"/>
                    <a:pt x="3497" y="3560"/>
                  </a:cubicBezTo>
                  <a:cubicBezTo>
                    <a:pt x="3497" y="3749"/>
                    <a:pt x="3340" y="3907"/>
                    <a:pt x="3151" y="3907"/>
                  </a:cubicBezTo>
                  <a:cubicBezTo>
                    <a:pt x="2962" y="3907"/>
                    <a:pt x="2804" y="3749"/>
                    <a:pt x="2804" y="3560"/>
                  </a:cubicBezTo>
                  <a:cubicBezTo>
                    <a:pt x="2804" y="3151"/>
                    <a:pt x="2993" y="2836"/>
                    <a:pt x="3308" y="2647"/>
                  </a:cubicBezTo>
                  <a:cubicBezTo>
                    <a:pt x="3434" y="2552"/>
                    <a:pt x="3497" y="2458"/>
                    <a:pt x="3497" y="2332"/>
                  </a:cubicBezTo>
                  <a:cubicBezTo>
                    <a:pt x="3497" y="2143"/>
                    <a:pt x="3340" y="1953"/>
                    <a:pt x="3151" y="1953"/>
                  </a:cubicBezTo>
                  <a:cubicBezTo>
                    <a:pt x="2962" y="1953"/>
                    <a:pt x="2804" y="2143"/>
                    <a:pt x="2804" y="2332"/>
                  </a:cubicBezTo>
                  <a:cubicBezTo>
                    <a:pt x="2804" y="2521"/>
                    <a:pt x="2646" y="2678"/>
                    <a:pt x="2426" y="2678"/>
                  </a:cubicBezTo>
                  <a:cubicBezTo>
                    <a:pt x="2237" y="2678"/>
                    <a:pt x="2079" y="2521"/>
                    <a:pt x="2079" y="2332"/>
                  </a:cubicBezTo>
                  <a:cubicBezTo>
                    <a:pt x="2079" y="1827"/>
                    <a:pt x="2552" y="1355"/>
                    <a:pt x="3151" y="1355"/>
                  </a:cubicBezTo>
                  <a:close/>
                  <a:moveTo>
                    <a:pt x="3151" y="4096"/>
                  </a:moveTo>
                  <a:cubicBezTo>
                    <a:pt x="3340" y="4096"/>
                    <a:pt x="3497" y="4253"/>
                    <a:pt x="3497" y="4442"/>
                  </a:cubicBezTo>
                  <a:cubicBezTo>
                    <a:pt x="3497" y="4663"/>
                    <a:pt x="3340" y="4820"/>
                    <a:pt x="3151" y="4820"/>
                  </a:cubicBezTo>
                  <a:cubicBezTo>
                    <a:pt x="2962" y="4820"/>
                    <a:pt x="2804" y="4663"/>
                    <a:pt x="2804" y="4442"/>
                  </a:cubicBezTo>
                  <a:cubicBezTo>
                    <a:pt x="2804" y="4253"/>
                    <a:pt x="2962" y="4096"/>
                    <a:pt x="3151" y="4096"/>
                  </a:cubicBezTo>
                  <a:close/>
                  <a:moveTo>
                    <a:pt x="3182" y="0"/>
                  </a:moveTo>
                  <a:cubicBezTo>
                    <a:pt x="1481" y="0"/>
                    <a:pt x="63" y="1418"/>
                    <a:pt x="63" y="3119"/>
                  </a:cubicBezTo>
                  <a:cubicBezTo>
                    <a:pt x="63" y="3655"/>
                    <a:pt x="189" y="4159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47" y="6238"/>
                    <a:pt x="473" y="6238"/>
                  </a:cubicBezTo>
                  <a:lnTo>
                    <a:pt x="1764" y="5892"/>
                  </a:lnTo>
                  <a:cubicBezTo>
                    <a:pt x="2205" y="6144"/>
                    <a:pt x="2678" y="6238"/>
                    <a:pt x="3182" y="6238"/>
                  </a:cubicBezTo>
                  <a:cubicBezTo>
                    <a:pt x="4915" y="6238"/>
                    <a:pt x="6301" y="4789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581525" y="3440725"/>
              <a:ext cx="157550" cy="108700"/>
            </a:xfrm>
            <a:custGeom>
              <a:rect b="b" l="l" r="r" t="t"/>
              <a:pathLst>
                <a:path extrusionOk="0" h="4348" w="6302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" name="Google Shape;842;p34"/>
          <p:cNvGrpSpPr/>
          <p:nvPr/>
        </p:nvGrpSpPr>
        <p:grpSpPr>
          <a:xfrm>
            <a:off x="6333219" y="2632204"/>
            <a:ext cx="353802" cy="351497"/>
            <a:chOff x="580725" y="3617925"/>
            <a:chExt cx="299325" cy="297375"/>
          </a:xfrm>
        </p:grpSpPr>
        <p:sp>
          <p:nvSpPr>
            <p:cNvPr id="843" name="Google Shape;843;p34"/>
            <p:cNvSpPr/>
            <p:nvPr/>
          </p:nvSpPr>
          <p:spPr>
            <a:xfrm>
              <a:off x="6090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668950" y="3617925"/>
              <a:ext cx="122875" cy="104475"/>
            </a:xfrm>
            <a:custGeom>
              <a:rect b="b" l="l" r="r" t="t"/>
              <a:pathLst>
                <a:path extrusionOk="0" h="4179" w="4915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580725" y="3721900"/>
              <a:ext cx="141800" cy="192025"/>
            </a:xfrm>
            <a:custGeom>
              <a:rect b="b" l="l" r="r" t="t"/>
              <a:pathLst>
                <a:path extrusionOk="0" h="7681" w="5672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800475" y="3662050"/>
              <a:ext cx="51225" cy="51200"/>
            </a:xfrm>
            <a:custGeom>
              <a:rect b="b" l="l" r="r" t="t"/>
              <a:pathLst>
                <a:path extrusionOk="0" h="2048" w="2049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738250" y="3722700"/>
              <a:ext cx="141800" cy="192600"/>
            </a:xfrm>
            <a:custGeom>
              <a:rect b="b" l="l" r="r" t="t"/>
              <a:pathLst>
                <a:path extrusionOk="0" h="7704" w="5672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8" name="Google Shape;848;p34"/>
          <p:cNvGrpSpPr/>
          <p:nvPr/>
        </p:nvGrpSpPr>
        <p:grpSpPr>
          <a:xfrm>
            <a:off x="6335081" y="3079394"/>
            <a:ext cx="350079" cy="350079"/>
            <a:chOff x="583100" y="3982600"/>
            <a:chExt cx="296175" cy="296175"/>
          </a:xfrm>
        </p:grpSpPr>
        <p:sp>
          <p:nvSpPr>
            <p:cNvPr id="849" name="Google Shape;849;p34"/>
            <p:cNvSpPr/>
            <p:nvPr/>
          </p:nvSpPr>
          <p:spPr>
            <a:xfrm>
              <a:off x="694925" y="3982600"/>
              <a:ext cx="70925" cy="68550"/>
            </a:xfrm>
            <a:custGeom>
              <a:rect b="b" l="l" r="r" t="t"/>
              <a:pathLst>
                <a:path extrusionOk="0" h="2742" w="2837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609075" y="4139350"/>
              <a:ext cx="69350" cy="68525"/>
            </a:xfrm>
            <a:custGeom>
              <a:rect b="b" l="l" r="r" t="t"/>
              <a:pathLst>
                <a:path extrusionOk="0" h="2741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783925" y="41401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583100" y="4207075"/>
              <a:ext cx="122100" cy="71700"/>
            </a:xfrm>
            <a:custGeom>
              <a:rect b="b" l="l" r="r" t="t"/>
              <a:pathLst>
                <a:path extrusionOk="0" h="2868" w="4884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669725" y="4049550"/>
              <a:ext cx="122900" cy="72475"/>
            </a:xfrm>
            <a:custGeom>
              <a:rect b="b" l="l" r="r" t="t"/>
              <a:pathLst>
                <a:path extrusionOk="0" h="2899" w="4916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757150" y="42070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691775" y="4139350"/>
              <a:ext cx="77225" cy="64600"/>
            </a:xfrm>
            <a:custGeom>
              <a:rect b="b" l="l" r="r" t="t"/>
              <a:pathLst>
                <a:path extrusionOk="0" h="2584" w="3089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6" name="Google Shape;856;p34"/>
          <p:cNvGrpSpPr/>
          <p:nvPr/>
        </p:nvGrpSpPr>
        <p:grpSpPr>
          <a:xfrm>
            <a:off x="8567695" y="2193018"/>
            <a:ext cx="307231" cy="348690"/>
            <a:chOff x="2423775" y="3226875"/>
            <a:chExt cx="259925" cy="295000"/>
          </a:xfrm>
        </p:grpSpPr>
        <p:sp>
          <p:nvSpPr>
            <p:cNvPr id="857" name="Google Shape;857;p34"/>
            <p:cNvSpPr/>
            <p:nvPr/>
          </p:nvSpPr>
          <p:spPr>
            <a:xfrm>
              <a:off x="2509625" y="3365900"/>
              <a:ext cx="86650" cy="52000"/>
            </a:xfrm>
            <a:custGeom>
              <a:rect b="b" l="l" r="r" t="t"/>
              <a:pathLst>
                <a:path extrusionOk="0" h="2080" w="3466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2534825" y="33139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2423775" y="3226875"/>
              <a:ext cx="259925" cy="295000"/>
            </a:xfrm>
            <a:custGeom>
              <a:rect b="b" l="l" r="r" t="t"/>
              <a:pathLst>
                <a:path extrusionOk="0" h="11800" w="10397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0" name="Google Shape;860;p34"/>
          <p:cNvGrpSpPr/>
          <p:nvPr/>
        </p:nvGrpSpPr>
        <p:grpSpPr>
          <a:xfrm>
            <a:off x="8544882" y="2634303"/>
            <a:ext cx="352857" cy="347301"/>
            <a:chOff x="2404875" y="3592725"/>
            <a:chExt cx="298525" cy="293825"/>
          </a:xfrm>
        </p:grpSpPr>
        <p:sp>
          <p:nvSpPr>
            <p:cNvPr id="861" name="Google Shape;861;p34"/>
            <p:cNvSpPr/>
            <p:nvPr/>
          </p:nvSpPr>
          <p:spPr>
            <a:xfrm>
              <a:off x="2404875" y="3747900"/>
              <a:ext cx="52775" cy="138650"/>
            </a:xfrm>
            <a:custGeom>
              <a:rect b="b" l="l" r="r" t="t"/>
              <a:pathLst>
                <a:path extrusionOk="0" h="5546" w="2111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2458425" y="3592725"/>
              <a:ext cx="190625" cy="160700"/>
            </a:xfrm>
            <a:custGeom>
              <a:rect b="b" l="l" r="r" t="t"/>
              <a:pathLst>
                <a:path extrusionOk="0" h="6428" w="7625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2474975" y="3742775"/>
              <a:ext cx="228425" cy="125650"/>
            </a:xfrm>
            <a:custGeom>
              <a:rect b="b" l="l" r="r" t="t"/>
              <a:pathLst>
                <a:path extrusionOk="0" h="5026" w="9137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4" name="Google Shape;864;p34"/>
          <p:cNvGrpSpPr/>
          <p:nvPr/>
        </p:nvGrpSpPr>
        <p:grpSpPr>
          <a:xfrm>
            <a:off x="8545813" y="3079868"/>
            <a:ext cx="350995" cy="349133"/>
            <a:chOff x="2404875" y="3955825"/>
            <a:chExt cx="296950" cy="295375"/>
          </a:xfrm>
        </p:grpSpPr>
        <p:sp>
          <p:nvSpPr>
            <p:cNvPr id="865" name="Google Shape;865;p34"/>
            <p:cNvSpPr/>
            <p:nvPr/>
          </p:nvSpPr>
          <p:spPr>
            <a:xfrm>
              <a:off x="2404875" y="3955825"/>
              <a:ext cx="219775" cy="224500"/>
            </a:xfrm>
            <a:custGeom>
              <a:rect b="b" l="l" r="r" t="t"/>
              <a:pathLst>
                <a:path extrusionOk="0" h="8980" w="8791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2510400" y="4024075"/>
              <a:ext cx="191425" cy="87575"/>
            </a:xfrm>
            <a:custGeom>
              <a:rect b="b" l="l" r="r" t="t"/>
              <a:pathLst>
                <a:path extrusionOk="0" h="3503" w="7657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2424550" y="4188175"/>
              <a:ext cx="189050" cy="63025"/>
            </a:xfrm>
            <a:custGeom>
              <a:rect b="b" l="l" r="r" t="t"/>
              <a:pathLst>
                <a:path extrusionOk="0" h="2521" w="7562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2457625" y="4007025"/>
              <a:ext cx="115025" cy="122100"/>
            </a:xfrm>
            <a:custGeom>
              <a:rect b="b" l="l" r="r" t="t"/>
              <a:pathLst>
                <a:path extrusionOk="0" h="4884" w="4601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9" name="Google Shape;869;p34"/>
          <p:cNvGrpSpPr/>
          <p:nvPr/>
        </p:nvGrpSpPr>
        <p:grpSpPr>
          <a:xfrm>
            <a:off x="7239793" y="3544062"/>
            <a:ext cx="349163" cy="350079"/>
            <a:chOff x="4263650" y="3235150"/>
            <a:chExt cx="295400" cy="296175"/>
          </a:xfrm>
        </p:grpSpPr>
        <p:sp>
          <p:nvSpPr>
            <p:cNvPr id="870" name="Google Shape;870;p34"/>
            <p:cNvSpPr/>
            <p:nvPr/>
          </p:nvSpPr>
          <p:spPr>
            <a:xfrm>
              <a:off x="4393625" y="3391100"/>
              <a:ext cx="35450" cy="35475"/>
            </a:xfrm>
            <a:custGeom>
              <a:rect b="b" l="l" r="r" t="t"/>
              <a:pathLst>
                <a:path extrusionOk="0" h="1419" w="1418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63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4377075" y="3443875"/>
              <a:ext cx="70125" cy="34675"/>
            </a:xfrm>
            <a:custGeom>
              <a:rect b="b" l="l" r="r" t="t"/>
              <a:pathLst>
                <a:path extrusionOk="0" h="1387" w="2805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805" y="1387"/>
                  </a:lnTo>
                  <a:cubicBezTo>
                    <a:pt x="2805" y="630"/>
                    <a:pt x="2174" y="0"/>
                    <a:pt x="138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4333750" y="3357225"/>
              <a:ext cx="156775" cy="174100"/>
            </a:xfrm>
            <a:custGeom>
              <a:rect b="b" l="l" r="r" t="t"/>
              <a:pathLst>
                <a:path extrusionOk="0" h="6964" w="6271">
                  <a:moveTo>
                    <a:pt x="3088" y="725"/>
                  </a:moveTo>
                  <a:cubicBezTo>
                    <a:pt x="3813" y="725"/>
                    <a:pt x="4506" y="1356"/>
                    <a:pt x="4506" y="2080"/>
                  </a:cubicBezTo>
                  <a:cubicBezTo>
                    <a:pt x="4506" y="2458"/>
                    <a:pt x="4348" y="2805"/>
                    <a:pt x="4096" y="3025"/>
                  </a:cubicBezTo>
                  <a:cubicBezTo>
                    <a:pt x="4727" y="3372"/>
                    <a:pt x="5168" y="4065"/>
                    <a:pt x="5168" y="4853"/>
                  </a:cubicBezTo>
                  <a:lnTo>
                    <a:pt x="5168" y="5199"/>
                  </a:lnTo>
                  <a:cubicBezTo>
                    <a:pt x="5168" y="5388"/>
                    <a:pt x="5010" y="5546"/>
                    <a:pt x="4821" y="5546"/>
                  </a:cubicBezTo>
                  <a:lnTo>
                    <a:pt x="1293" y="5546"/>
                  </a:lnTo>
                  <a:cubicBezTo>
                    <a:pt x="1103" y="5546"/>
                    <a:pt x="946" y="5388"/>
                    <a:pt x="946" y="5199"/>
                  </a:cubicBezTo>
                  <a:lnTo>
                    <a:pt x="946" y="4853"/>
                  </a:lnTo>
                  <a:lnTo>
                    <a:pt x="1040" y="4853"/>
                  </a:lnTo>
                  <a:cubicBezTo>
                    <a:pt x="1040" y="4065"/>
                    <a:pt x="1450" y="3403"/>
                    <a:pt x="2080" y="3025"/>
                  </a:cubicBezTo>
                  <a:cubicBezTo>
                    <a:pt x="1860" y="2805"/>
                    <a:pt x="1702" y="2458"/>
                    <a:pt x="1702" y="2080"/>
                  </a:cubicBezTo>
                  <a:cubicBezTo>
                    <a:pt x="1702" y="1356"/>
                    <a:pt x="2332" y="725"/>
                    <a:pt x="3088" y="725"/>
                  </a:cubicBezTo>
                  <a:close/>
                  <a:moveTo>
                    <a:pt x="1" y="1"/>
                  </a:moveTo>
                  <a:lnTo>
                    <a:pt x="1" y="6617"/>
                  </a:lnTo>
                  <a:cubicBezTo>
                    <a:pt x="1" y="6806"/>
                    <a:pt x="158" y="6963"/>
                    <a:pt x="347" y="6963"/>
                  </a:cubicBezTo>
                  <a:lnTo>
                    <a:pt x="5924" y="6963"/>
                  </a:lnTo>
                  <a:cubicBezTo>
                    <a:pt x="6113" y="6963"/>
                    <a:pt x="6270" y="6806"/>
                    <a:pt x="6270" y="6617"/>
                  </a:cubicBezTo>
                  <a:lnTo>
                    <a:pt x="627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4316425" y="3235150"/>
              <a:ext cx="191425" cy="35475"/>
            </a:xfrm>
            <a:custGeom>
              <a:rect b="b" l="l" r="r" t="t"/>
              <a:pathLst>
                <a:path extrusionOk="0" h="1419" w="7657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418"/>
                  </a:lnTo>
                  <a:lnTo>
                    <a:pt x="7625" y="1418"/>
                  </a:lnTo>
                  <a:lnTo>
                    <a:pt x="7625" y="347"/>
                  </a:lnTo>
                  <a:lnTo>
                    <a:pt x="7656" y="347"/>
                  </a:lnTo>
                  <a:cubicBezTo>
                    <a:pt x="7656" y="158"/>
                    <a:pt x="7499" y="1"/>
                    <a:pt x="731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4263650" y="3288700"/>
              <a:ext cx="295400" cy="137875"/>
            </a:xfrm>
            <a:custGeom>
              <a:rect b="b" l="l" r="r" t="t"/>
              <a:pathLst>
                <a:path extrusionOk="0" h="5515" w="11816">
                  <a:moveTo>
                    <a:pt x="10082" y="662"/>
                  </a:moveTo>
                  <a:cubicBezTo>
                    <a:pt x="10303" y="662"/>
                    <a:pt x="10461" y="820"/>
                    <a:pt x="10461" y="1009"/>
                  </a:cubicBezTo>
                  <a:cubicBezTo>
                    <a:pt x="10461" y="1198"/>
                    <a:pt x="10303" y="1356"/>
                    <a:pt x="10082" y="1356"/>
                  </a:cubicBezTo>
                  <a:cubicBezTo>
                    <a:pt x="9893" y="1356"/>
                    <a:pt x="9736" y="1198"/>
                    <a:pt x="9736" y="1009"/>
                  </a:cubicBezTo>
                  <a:cubicBezTo>
                    <a:pt x="9767" y="820"/>
                    <a:pt x="9893" y="662"/>
                    <a:pt x="10082" y="662"/>
                  </a:cubicBezTo>
                  <a:close/>
                  <a:moveTo>
                    <a:pt x="1041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4475"/>
                  </a:lnTo>
                  <a:cubicBezTo>
                    <a:pt x="1" y="5073"/>
                    <a:pt x="473" y="5514"/>
                    <a:pt x="1041" y="5514"/>
                  </a:cubicBezTo>
                  <a:lnTo>
                    <a:pt x="2112" y="5514"/>
                  </a:lnTo>
                  <a:lnTo>
                    <a:pt x="2112" y="2395"/>
                  </a:lnTo>
                  <a:cubicBezTo>
                    <a:pt x="2112" y="2206"/>
                    <a:pt x="2269" y="2049"/>
                    <a:pt x="2458" y="2049"/>
                  </a:cubicBezTo>
                  <a:lnTo>
                    <a:pt x="9421" y="2049"/>
                  </a:lnTo>
                  <a:cubicBezTo>
                    <a:pt x="9610" y="2049"/>
                    <a:pt x="9767" y="2206"/>
                    <a:pt x="9767" y="2395"/>
                  </a:cubicBezTo>
                  <a:lnTo>
                    <a:pt x="9767" y="5514"/>
                  </a:lnTo>
                  <a:lnTo>
                    <a:pt x="10807" y="5514"/>
                  </a:lnTo>
                  <a:cubicBezTo>
                    <a:pt x="11406" y="5514"/>
                    <a:pt x="11815" y="5042"/>
                    <a:pt x="11815" y="4475"/>
                  </a:cubicBezTo>
                  <a:lnTo>
                    <a:pt x="11815" y="1009"/>
                  </a:lnTo>
                  <a:cubicBezTo>
                    <a:pt x="11815" y="410"/>
                    <a:pt x="11343" y="1"/>
                    <a:pt x="1080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5" name="Google Shape;875;p34"/>
          <p:cNvGrpSpPr/>
          <p:nvPr/>
        </p:nvGrpSpPr>
        <p:grpSpPr>
          <a:xfrm>
            <a:off x="7237473" y="4003223"/>
            <a:ext cx="353802" cy="327739"/>
            <a:chOff x="4266025" y="3609275"/>
            <a:chExt cx="299325" cy="277275"/>
          </a:xfrm>
        </p:grpSpPr>
        <p:sp>
          <p:nvSpPr>
            <p:cNvPr id="876" name="Google Shape;876;p34"/>
            <p:cNvSpPr/>
            <p:nvPr/>
          </p:nvSpPr>
          <p:spPr>
            <a:xfrm>
              <a:off x="4266025" y="3609275"/>
              <a:ext cx="299325" cy="224500"/>
            </a:xfrm>
            <a:custGeom>
              <a:rect b="b" l="l" r="r" t="t"/>
              <a:pathLst>
                <a:path extrusionOk="0" h="8980" w="11973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4332975" y="3851850"/>
              <a:ext cx="157550" cy="34700"/>
            </a:xfrm>
            <a:custGeom>
              <a:rect b="b" l="l" r="r" t="t"/>
              <a:pathLst>
                <a:path extrusionOk="0" h="1388" w="6302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8" name="Google Shape;878;p34"/>
          <p:cNvGrpSpPr/>
          <p:nvPr/>
        </p:nvGrpSpPr>
        <p:grpSpPr>
          <a:xfrm>
            <a:off x="7237931" y="4468610"/>
            <a:ext cx="352886" cy="349133"/>
            <a:chOff x="4263650" y="3963700"/>
            <a:chExt cx="298550" cy="295375"/>
          </a:xfrm>
        </p:grpSpPr>
        <p:sp>
          <p:nvSpPr>
            <p:cNvPr id="879" name="Google Shape;879;p34"/>
            <p:cNvSpPr/>
            <p:nvPr/>
          </p:nvSpPr>
          <p:spPr>
            <a:xfrm>
              <a:off x="4384950" y="3963700"/>
              <a:ext cx="53575" cy="51225"/>
            </a:xfrm>
            <a:custGeom>
              <a:rect b="b" l="l" r="r" t="t"/>
              <a:pathLst>
                <a:path extrusionOk="0" h="2049" w="2143"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cubicBezTo>
                    <a:pt x="1" y="1607"/>
                    <a:pt x="473" y="2048"/>
                    <a:pt x="1072" y="2048"/>
                  </a:cubicBezTo>
                  <a:cubicBezTo>
                    <a:pt x="1670" y="2048"/>
                    <a:pt x="2143" y="1576"/>
                    <a:pt x="2143" y="1040"/>
                  </a:cubicBezTo>
                  <a:cubicBezTo>
                    <a:pt x="2143" y="442"/>
                    <a:pt x="1670" y="1"/>
                    <a:pt x="107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4315650" y="4136975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4455850" y="4136975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4263650" y="4085000"/>
              <a:ext cx="298550" cy="122100"/>
            </a:xfrm>
            <a:custGeom>
              <a:rect b="b" l="l" r="r" t="t"/>
              <a:pathLst>
                <a:path extrusionOk="0" h="4884" w="11942">
                  <a:moveTo>
                    <a:pt x="1545" y="0"/>
                  </a:moveTo>
                  <a:cubicBezTo>
                    <a:pt x="1041" y="0"/>
                    <a:pt x="599" y="347"/>
                    <a:pt x="505" y="851"/>
                  </a:cubicBezTo>
                  <a:lnTo>
                    <a:pt x="64" y="3655"/>
                  </a:lnTo>
                  <a:cubicBezTo>
                    <a:pt x="1" y="3970"/>
                    <a:pt x="95" y="4253"/>
                    <a:pt x="284" y="4474"/>
                  </a:cubicBezTo>
                  <a:cubicBezTo>
                    <a:pt x="410" y="4631"/>
                    <a:pt x="599" y="4757"/>
                    <a:pt x="788" y="4789"/>
                  </a:cubicBezTo>
                  <a:cubicBezTo>
                    <a:pt x="1009" y="4442"/>
                    <a:pt x="1324" y="4127"/>
                    <a:pt x="1639" y="3938"/>
                  </a:cubicBezTo>
                  <a:cubicBezTo>
                    <a:pt x="1513" y="3686"/>
                    <a:pt x="1419" y="3434"/>
                    <a:pt x="1419" y="3151"/>
                  </a:cubicBezTo>
                  <a:cubicBezTo>
                    <a:pt x="1419" y="2206"/>
                    <a:pt x="2206" y="1418"/>
                    <a:pt x="3151" y="1418"/>
                  </a:cubicBezTo>
                  <a:cubicBezTo>
                    <a:pt x="4097" y="1418"/>
                    <a:pt x="4884" y="2206"/>
                    <a:pt x="4884" y="3151"/>
                  </a:cubicBezTo>
                  <a:cubicBezTo>
                    <a:pt x="4884" y="3434"/>
                    <a:pt x="4821" y="3686"/>
                    <a:pt x="4695" y="3938"/>
                  </a:cubicBezTo>
                  <a:cubicBezTo>
                    <a:pt x="5042" y="4159"/>
                    <a:pt x="5325" y="4474"/>
                    <a:pt x="5577" y="4883"/>
                  </a:cubicBezTo>
                  <a:lnTo>
                    <a:pt x="6396" y="4883"/>
                  </a:lnTo>
                  <a:cubicBezTo>
                    <a:pt x="6585" y="4537"/>
                    <a:pt x="6900" y="4159"/>
                    <a:pt x="7247" y="3938"/>
                  </a:cubicBezTo>
                  <a:cubicBezTo>
                    <a:pt x="7152" y="3686"/>
                    <a:pt x="7058" y="3434"/>
                    <a:pt x="7058" y="3151"/>
                  </a:cubicBezTo>
                  <a:cubicBezTo>
                    <a:pt x="7058" y="2206"/>
                    <a:pt x="7846" y="1418"/>
                    <a:pt x="8791" y="1418"/>
                  </a:cubicBezTo>
                  <a:cubicBezTo>
                    <a:pt x="9736" y="1418"/>
                    <a:pt x="10524" y="2206"/>
                    <a:pt x="10524" y="3151"/>
                  </a:cubicBezTo>
                  <a:cubicBezTo>
                    <a:pt x="10524" y="3434"/>
                    <a:pt x="10461" y="3686"/>
                    <a:pt x="10334" y="3938"/>
                  </a:cubicBezTo>
                  <a:cubicBezTo>
                    <a:pt x="10681" y="4159"/>
                    <a:pt x="10965" y="4442"/>
                    <a:pt x="11154" y="4789"/>
                  </a:cubicBezTo>
                  <a:cubicBezTo>
                    <a:pt x="11343" y="4757"/>
                    <a:pt x="11563" y="4631"/>
                    <a:pt x="11658" y="4474"/>
                  </a:cubicBezTo>
                  <a:cubicBezTo>
                    <a:pt x="11878" y="4253"/>
                    <a:pt x="11941" y="3938"/>
                    <a:pt x="11910" y="3655"/>
                  </a:cubicBezTo>
                  <a:lnTo>
                    <a:pt x="11343" y="851"/>
                  </a:lnTo>
                  <a:cubicBezTo>
                    <a:pt x="11280" y="347"/>
                    <a:pt x="10839" y="0"/>
                    <a:pt x="1033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4431425" y="4196825"/>
              <a:ext cx="104000" cy="62250"/>
            </a:xfrm>
            <a:custGeom>
              <a:rect b="b" l="l" r="r" t="t"/>
              <a:pathLst>
                <a:path extrusionOk="0" h="2490" w="4160">
                  <a:moveTo>
                    <a:pt x="977" y="1"/>
                  </a:moveTo>
                  <a:cubicBezTo>
                    <a:pt x="536" y="284"/>
                    <a:pt x="189" y="694"/>
                    <a:pt x="63" y="1198"/>
                  </a:cubicBezTo>
                  <a:cubicBezTo>
                    <a:pt x="32" y="1387"/>
                    <a:pt x="0" y="1576"/>
                    <a:pt x="0" y="1797"/>
                  </a:cubicBezTo>
                  <a:lnTo>
                    <a:pt x="0" y="2143"/>
                  </a:lnTo>
                  <a:cubicBezTo>
                    <a:pt x="0" y="2332"/>
                    <a:pt x="158" y="2490"/>
                    <a:pt x="347" y="2490"/>
                  </a:cubicBezTo>
                  <a:lnTo>
                    <a:pt x="3813" y="2490"/>
                  </a:lnTo>
                  <a:cubicBezTo>
                    <a:pt x="4002" y="2490"/>
                    <a:pt x="4159" y="2332"/>
                    <a:pt x="4159" y="2143"/>
                  </a:cubicBezTo>
                  <a:lnTo>
                    <a:pt x="4159" y="1797"/>
                  </a:lnTo>
                  <a:cubicBezTo>
                    <a:pt x="4096" y="1576"/>
                    <a:pt x="4065" y="1356"/>
                    <a:pt x="4002" y="1198"/>
                  </a:cubicBezTo>
                  <a:cubicBezTo>
                    <a:pt x="3844" y="694"/>
                    <a:pt x="3529" y="284"/>
                    <a:pt x="3119" y="1"/>
                  </a:cubicBezTo>
                  <a:cubicBezTo>
                    <a:pt x="2804" y="253"/>
                    <a:pt x="2426" y="410"/>
                    <a:pt x="2048" y="410"/>
                  </a:cubicBezTo>
                  <a:cubicBezTo>
                    <a:pt x="1639" y="410"/>
                    <a:pt x="1261" y="253"/>
                    <a:pt x="97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4359750" y="4022775"/>
              <a:ext cx="104775" cy="44125"/>
            </a:xfrm>
            <a:custGeom>
              <a:rect b="b" l="l" r="r" t="t"/>
              <a:pathLst>
                <a:path extrusionOk="0" h="1765" w="4191">
                  <a:moveTo>
                    <a:pt x="1009" y="0"/>
                  </a:moveTo>
                  <a:cubicBezTo>
                    <a:pt x="379" y="347"/>
                    <a:pt x="0" y="1040"/>
                    <a:pt x="0" y="1765"/>
                  </a:cubicBezTo>
                  <a:lnTo>
                    <a:pt x="4191" y="1765"/>
                  </a:lnTo>
                  <a:cubicBezTo>
                    <a:pt x="4191" y="1040"/>
                    <a:pt x="3813" y="347"/>
                    <a:pt x="3214" y="0"/>
                  </a:cubicBezTo>
                  <a:cubicBezTo>
                    <a:pt x="2899" y="252"/>
                    <a:pt x="2521" y="378"/>
                    <a:pt x="2111" y="378"/>
                  </a:cubicBezTo>
                  <a:cubicBezTo>
                    <a:pt x="1733" y="378"/>
                    <a:pt x="1324" y="252"/>
                    <a:pt x="100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4291225" y="4196825"/>
              <a:ext cx="102425" cy="62250"/>
            </a:xfrm>
            <a:custGeom>
              <a:rect b="b" l="l" r="r" t="t"/>
              <a:pathLst>
                <a:path extrusionOk="0" h="2490" w="4097">
                  <a:moveTo>
                    <a:pt x="1009" y="1"/>
                  </a:moveTo>
                  <a:cubicBezTo>
                    <a:pt x="568" y="284"/>
                    <a:pt x="221" y="694"/>
                    <a:pt x="95" y="1198"/>
                  </a:cubicBezTo>
                  <a:cubicBezTo>
                    <a:pt x="64" y="1387"/>
                    <a:pt x="1" y="1576"/>
                    <a:pt x="1" y="1797"/>
                  </a:cubicBezTo>
                  <a:lnTo>
                    <a:pt x="1" y="2143"/>
                  </a:lnTo>
                  <a:cubicBezTo>
                    <a:pt x="1" y="2332"/>
                    <a:pt x="158" y="2490"/>
                    <a:pt x="379" y="2490"/>
                  </a:cubicBezTo>
                  <a:lnTo>
                    <a:pt x="3844" y="2490"/>
                  </a:lnTo>
                  <a:cubicBezTo>
                    <a:pt x="3939" y="2490"/>
                    <a:pt x="4096" y="2332"/>
                    <a:pt x="4096" y="2143"/>
                  </a:cubicBezTo>
                  <a:lnTo>
                    <a:pt x="4096" y="1797"/>
                  </a:lnTo>
                  <a:cubicBezTo>
                    <a:pt x="4096" y="1576"/>
                    <a:pt x="4065" y="1356"/>
                    <a:pt x="4033" y="1198"/>
                  </a:cubicBezTo>
                  <a:cubicBezTo>
                    <a:pt x="3876" y="694"/>
                    <a:pt x="3561" y="284"/>
                    <a:pt x="3120" y="1"/>
                  </a:cubicBezTo>
                  <a:cubicBezTo>
                    <a:pt x="2804" y="253"/>
                    <a:pt x="2458" y="410"/>
                    <a:pt x="2048" y="410"/>
                  </a:cubicBezTo>
                  <a:cubicBezTo>
                    <a:pt x="1670" y="410"/>
                    <a:pt x="1261" y="253"/>
                    <a:pt x="100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6" name="Google Shape;886;p34"/>
          <p:cNvGrpSpPr/>
          <p:nvPr/>
        </p:nvGrpSpPr>
        <p:grpSpPr>
          <a:xfrm>
            <a:off x="9516268" y="3544062"/>
            <a:ext cx="226264" cy="350079"/>
            <a:chOff x="6164975" y="3211525"/>
            <a:chExt cx="191425" cy="296175"/>
          </a:xfrm>
        </p:grpSpPr>
        <p:sp>
          <p:nvSpPr>
            <p:cNvPr id="887" name="Google Shape;887;p34"/>
            <p:cNvSpPr/>
            <p:nvPr/>
          </p:nvSpPr>
          <p:spPr>
            <a:xfrm>
              <a:off x="6269750" y="3371400"/>
              <a:ext cx="68525" cy="84300"/>
            </a:xfrm>
            <a:custGeom>
              <a:rect b="b" l="l" r="r" t="t"/>
              <a:pathLst>
                <a:path extrusionOk="0" h="3372" w="2741">
                  <a:moveTo>
                    <a:pt x="1670" y="1"/>
                  </a:moveTo>
                  <a:cubicBezTo>
                    <a:pt x="1166" y="316"/>
                    <a:pt x="599" y="505"/>
                    <a:pt x="0" y="568"/>
                  </a:cubicBezTo>
                  <a:lnTo>
                    <a:pt x="0" y="1482"/>
                  </a:lnTo>
                  <a:lnTo>
                    <a:pt x="1890" y="3372"/>
                  </a:lnTo>
                  <a:lnTo>
                    <a:pt x="2741" y="3372"/>
                  </a:lnTo>
                  <a:lnTo>
                    <a:pt x="2741" y="3340"/>
                  </a:lnTo>
                  <a:lnTo>
                    <a:pt x="2741" y="2301"/>
                  </a:lnTo>
                  <a:cubicBezTo>
                    <a:pt x="2741" y="1356"/>
                    <a:pt x="2300" y="536"/>
                    <a:pt x="167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6228775" y="3424175"/>
              <a:ext cx="62250" cy="30750"/>
            </a:xfrm>
            <a:custGeom>
              <a:rect b="b" l="l" r="r" t="t"/>
              <a:pathLst>
                <a:path extrusionOk="0" h="1230" w="2490">
                  <a:moveTo>
                    <a:pt x="1229" y="1"/>
                  </a:moveTo>
                  <a:lnTo>
                    <a:pt x="1" y="1229"/>
                  </a:lnTo>
                  <a:lnTo>
                    <a:pt x="2490" y="1229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6182300" y="3369825"/>
              <a:ext cx="69350" cy="85100"/>
            </a:xfrm>
            <a:custGeom>
              <a:rect b="b" l="l" r="r" t="t"/>
              <a:pathLst>
                <a:path extrusionOk="0" h="3404" w="2774">
                  <a:moveTo>
                    <a:pt x="1072" y="1"/>
                  </a:moveTo>
                  <a:cubicBezTo>
                    <a:pt x="411" y="599"/>
                    <a:pt x="1" y="1419"/>
                    <a:pt x="1" y="2332"/>
                  </a:cubicBezTo>
                  <a:lnTo>
                    <a:pt x="1" y="3403"/>
                  </a:lnTo>
                  <a:lnTo>
                    <a:pt x="883" y="3403"/>
                  </a:lnTo>
                  <a:lnTo>
                    <a:pt x="2773" y="1513"/>
                  </a:lnTo>
                  <a:lnTo>
                    <a:pt x="2773" y="599"/>
                  </a:lnTo>
                  <a:cubicBezTo>
                    <a:pt x="2143" y="568"/>
                    <a:pt x="1576" y="316"/>
                    <a:pt x="107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6164975" y="3472225"/>
              <a:ext cx="191425" cy="35475"/>
            </a:xfrm>
            <a:custGeom>
              <a:rect b="b" l="l" r="r" t="t"/>
              <a:pathLst>
                <a:path extrusionOk="0" h="1419" w="7657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316"/>
                    <a:pt x="7278" y="1"/>
                    <a:pt x="693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6164975" y="3211525"/>
              <a:ext cx="191425" cy="35475"/>
            </a:xfrm>
            <a:custGeom>
              <a:rect b="b" l="l" r="r" t="t"/>
              <a:pathLst>
                <a:path extrusionOk="0" h="1419" w="7657">
                  <a:moveTo>
                    <a:pt x="725" y="0"/>
                  </a:moveTo>
                  <a:cubicBezTo>
                    <a:pt x="316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lnTo>
                    <a:pt x="6932" y="1418"/>
                  </a:lnTo>
                  <a:cubicBezTo>
                    <a:pt x="7341" y="1418"/>
                    <a:pt x="7657" y="1103"/>
                    <a:pt x="7657" y="725"/>
                  </a:cubicBezTo>
                  <a:cubicBezTo>
                    <a:pt x="7594" y="284"/>
                    <a:pt x="7278" y="0"/>
                    <a:pt x="693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6183100" y="3262725"/>
              <a:ext cx="155175" cy="35650"/>
            </a:xfrm>
            <a:custGeom>
              <a:rect b="b" l="l" r="r" t="t"/>
              <a:pathLst>
                <a:path extrusionOk="0" h="1426" w="6207">
                  <a:moveTo>
                    <a:pt x="0" y="0"/>
                  </a:moveTo>
                  <a:lnTo>
                    <a:pt x="0" y="441"/>
                  </a:lnTo>
                  <a:lnTo>
                    <a:pt x="568" y="788"/>
                  </a:lnTo>
                  <a:cubicBezTo>
                    <a:pt x="1355" y="1213"/>
                    <a:pt x="2237" y="1426"/>
                    <a:pt x="3112" y="1426"/>
                  </a:cubicBezTo>
                  <a:cubicBezTo>
                    <a:pt x="3986" y="1426"/>
                    <a:pt x="4852" y="1213"/>
                    <a:pt x="5608" y="788"/>
                  </a:cubicBezTo>
                  <a:lnTo>
                    <a:pt x="6207" y="441"/>
                  </a:lnTo>
                  <a:lnTo>
                    <a:pt x="6207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6181525" y="3294225"/>
              <a:ext cx="155975" cy="74050"/>
            </a:xfrm>
            <a:custGeom>
              <a:rect b="b" l="l" r="r" t="t"/>
              <a:pathLst>
                <a:path extrusionOk="0" h="2962" w="6239">
                  <a:moveTo>
                    <a:pt x="0" y="0"/>
                  </a:moveTo>
                  <a:cubicBezTo>
                    <a:pt x="126" y="1607"/>
                    <a:pt x="1481" y="2962"/>
                    <a:pt x="3119" y="2962"/>
                  </a:cubicBezTo>
                  <a:cubicBezTo>
                    <a:pt x="4758" y="2962"/>
                    <a:pt x="6112" y="1607"/>
                    <a:pt x="6238" y="0"/>
                  </a:cubicBezTo>
                  <a:lnTo>
                    <a:pt x="6238" y="0"/>
                  </a:lnTo>
                  <a:lnTo>
                    <a:pt x="5986" y="126"/>
                  </a:lnTo>
                  <a:cubicBezTo>
                    <a:pt x="5136" y="631"/>
                    <a:pt x="4096" y="883"/>
                    <a:pt x="3119" y="883"/>
                  </a:cubicBezTo>
                  <a:cubicBezTo>
                    <a:pt x="2143" y="883"/>
                    <a:pt x="1166" y="631"/>
                    <a:pt x="252" y="12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4" name="Google Shape;894;p34"/>
          <p:cNvGrpSpPr/>
          <p:nvPr/>
        </p:nvGrpSpPr>
        <p:grpSpPr>
          <a:xfrm>
            <a:off x="6778305" y="2192338"/>
            <a:ext cx="352886" cy="350049"/>
            <a:chOff x="946175" y="3253275"/>
            <a:chExt cx="298550" cy="296150"/>
          </a:xfrm>
        </p:grpSpPr>
        <p:sp>
          <p:nvSpPr>
            <p:cNvPr id="895" name="Google Shape;895;p34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0" name="Google Shape;900;p34"/>
          <p:cNvGrpSpPr/>
          <p:nvPr/>
        </p:nvGrpSpPr>
        <p:grpSpPr>
          <a:xfrm>
            <a:off x="6779236" y="2634302"/>
            <a:ext cx="351024" cy="347301"/>
            <a:chOff x="946175" y="3619500"/>
            <a:chExt cx="296975" cy="293825"/>
          </a:xfrm>
        </p:grpSpPr>
        <p:sp>
          <p:nvSpPr>
            <p:cNvPr id="901" name="Google Shape;901;p34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34"/>
          <p:cNvGrpSpPr/>
          <p:nvPr/>
        </p:nvGrpSpPr>
        <p:grpSpPr>
          <a:xfrm>
            <a:off x="6778778" y="3078936"/>
            <a:ext cx="351940" cy="350995"/>
            <a:chOff x="944600" y="3981825"/>
            <a:chExt cx="297750" cy="296950"/>
          </a:xfrm>
        </p:grpSpPr>
        <p:sp>
          <p:nvSpPr>
            <p:cNvPr id="908" name="Google Shape;908;p34"/>
            <p:cNvSpPr/>
            <p:nvPr/>
          </p:nvSpPr>
          <p:spPr>
            <a:xfrm>
              <a:off x="944600" y="3981825"/>
              <a:ext cx="297750" cy="296950"/>
            </a:xfrm>
            <a:custGeom>
              <a:rect b="b" l="l" r="r" t="t"/>
              <a:pathLst>
                <a:path extrusionOk="0" h="11878" w="1191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1058025" y="4155875"/>
              <a:ext cx="72500" cy="52000"/>
            </a:xfrm>
            <a:custGeom>
              <a:rect b="b" l="l" r="r" t="t"/>
              <a:pathLst>
                <a:path extrusionOk="0" h="2080" w="290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1076150" y="4103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1016275" y="4051125"/>
              <a:ext cx="155975" cy="137075"/>
            </a:xfrm>
            <a:custGeom>
              <a:rect b="b" l="l" r="r" t="t"/>
              <a:pathLst>
                <a:path extrusionOk="0" h="5483" w="6239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2" name="Google Shape;912;p34"/>
          <p:cNvGrpSpPr/>
          <p:nvPr/>
        </p:nvGrpSpPr>
        <p:grpSpPr>
          <a:xfrm>
            <a:off x="8995714" y="2192796"/>
            <a:ext cx="350079" cy="349133"/>
            <a:chOff x="2768750" y="3227275"/>
            <a:chExt cx="296175" cy="295375"/>
          </a:xfrm>
        </p:grpSpPr>
        <p:sp>
          <p:nvSpPr>
            <p:cNvPr id="913" name="Google Shape;913;p34"/>
            <p:cNvSpPr/>
            <p:nvPr/>
          </p:nvSpPr>
          <p:spPr>
            <a:xfrm>
              <a:off x="2882950" y="3227275"/>
              <a:ext cx="68550" cy="69325"/>
            </a:xfrm>
            <a:custGeom>
              <a:rect b="b" l="l" r="r" t="t"/>
              <a:pathLst>
                <a:path extrusionOk="0" h="2773" w="2742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74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2856175" y="3436000"/>
              <a:ext cx="17350" cy="34675"/>
            </a:xfrm>
            <a:custGeom>
              <a:rect b="b" l="l" r="r" t="t"/>
              <a:pathLst>
                <a:path extrusionOk="0" h="1387" w="694">
                  <a:moveTo>
                    <a:pt x="0" y="0"/>
                  </a:moveTo>
                  <a:lnTo>
                    <a:pt x="0" y="1386"/>
                  </a:lnTo>
                  <a:lnTo>
                    <a:pt x="694" y="1386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2890050" y="3436000"/>
              <a:ext cx="18125" cy="34675"/>
            </a:xfrm>
            <a:custGeom>
              <a:rect b="b" l="l" r="r" t="t"/>
              <a:pathLst>
                <a:path extrusionOk="0" h="1387" w="725">
                  <a:moveTo>
                    <a:pt x="0" y="0"/>
                  </a:moveTo>
                  <a:lnTo>
                    <a:pt x="0" y="1386"/>
                  </a:lnTo>
                  <a:lnTo>
                    <a:pt x="725" y="138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2821525" y="3436000"/>
              <a:ext cx="17350" cy="34675"/>
            </a:xfrm>
            <a:custGeom>
              <a:rect b="b" l="l" r="r" t="t"/>
              <a:pathLst>
                <a:path extrusionOk="0" h="1387" w="694">
                  <a:moveTo>
                    <a:pt x="0" y="0"/>
                  </a:moveTo>
                  <a:lnTo>
                    <a:pt x="0" y="1386"/>
                  </a:lnTo>
                  <a:lnTo>
                    <a:pt x="693" y="1386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2924700" y="3436000"/>
              <a:ext cx="34675" cy="34675"/>
            </a:xfrm>
            <a:custGeom>
              <a:rect b="b" l="l" r="r" t="t"/>
              <a:pathLst>
                <a:path extrusionOk="0" h="1387" w="1387">
                  <a:moveTo>
                    <a:pt x="0" y="0"/>
                  </a:moveTo>
                  <a:lnTo>
                    <a:pt x="0" y="1386"/>
                  </a:lnTo>
                  <a:lnTo>
                    <a:pt x="1387" y="1386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2768750" y="3384800"/>
              <a:ext cx="244175" cy="137850"/>
            </a:xfrm>
            <a:custGeom>
              <a:rect b="b" l="l" r="r" t="t"/>
              <a:pathLst>
                <a:path extrusionOk="0" h="5514" w="9767">
                  <a:moveTo>
                    <a:pt x="7971" y="1387"/>
                  </a:moveTo>
                  <a:cubicBezTo>
                    <a:pt x="8192" y="1387"/>
                    <a:pt x="8349" y="1544"/>
                    <a:pt x="8349" y="1733"/>
                  </a:cubicBezTo>
                  <a:lnTo>
                    <a:pt x="8349" y="3813"/>
                  </a:lnTo>
                  <a:cubicBezTo>
                    <a:pt x="8349" y="4033"/>
                    <a:pt x="8192" y="4191"/>
                    <a:pt x="7971" y="4191"/>
                  </a:cubicBezTo>
                  <a:lnTo>
                    <a:pt x="1765" y="4191"/>
                  </a:lnTo>
                  <a:cubicBezTo>
                    <a:pt x="1576" y="4191"/>
                    <a:pt x="1418" y="4033"/>
                    <a:pt x="1418" y="3813"/>
                  </a:cubicBezTo>
                  <a:lnTo>
                    <a:pt x="1418" y="1733"/>
                  </a:lnTo>
                  <a:cubicBezTo>
                    <a:pt x="1418" y="1544"/>
                    <a:pt x="1576" y="1387"/>
                    <a:pt x="1765" y="1387"/>
                  </a:cubicBezTo>
                  <a:close/>
                  <a:moveTo>
                    <a:pt x="1040" y="0"/>
                  </a:moveTo>
                  <a:cubicBezTo>
                    <a:pt x="473" y="0"/>
                    <a:pt x="32" y="473"/>
                    <a:pt x="32" y="1040"/>
                  </a:cubicBezTo>
                  <a:lnTo>
                    <a:pt x="32" y="4506"/>
                  </a:lnTo>
                  <a:cubicBezTo>
                    <a:pt x="0" y="5073"/>
                    <a:pt x="473" y="5514"/>
                    <a:pt x="1040" y="5514"/>
                  </a:cubicBezTo>
                  <a:lnTo>
                    <a:pt x="8727" y="5514"/>
                  </a:lnTo>
                  <a:cubicBezTo>
                    <a:pt x="9326" y="5514"/>
                    <a:pt x="9767" y="5041"/>
                    <a:pt x="9767" y="4506"/>
                  </a:cubicBezTo>
                  <a:lnTo>
                    <a:pt x="9767" y="1040"/>
                  </a:lnTo>
                  <a:cubicBezTo>
                    <a:pt x="9767" y="442"/>
                    <a:pt x="9294" y="0"/>
                    <a:pt x="872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3030250" y="3419450"/>
              <a:ext cx="34675" cy="68550"/>
            </a:xfrm>
            <a:custGeom>
              <a:rect b="b" l="l" r="r" t="t"/>
              <a:pathLst>
                <a:path extrusionOk="0" h="2742" w="1387">
                  <a:moveTo>
                    <a:pt x="0" y="1"/>
                  </a:moveTo>
                  <a:lnTo>
                    <a:pt x="0" y="2742"/>
                  </a:lnTo>
                  <a:lnTo>
                    <a:pt x="1040" y="2742"/>
                  </a:lnTo>
                  <a:cubicBezTo>
                    <a:pt x="1229" y="2742"/>
                    <a:pt x="1386" y="2584"/>
                    <a:pt x="1386" y="2395"/>
                  </a:cubicBez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2856175" y="3294225"/>
              <a:ext cx="122100" cy="73275"/>
            </a:xfrm>
            <a:custGeom>
              <a:rect b="b" l="l" r="r" t="t"/>
              <a:pathLst>
                <a:path extrusionOk="0" h="2931" w="4884">
                  <a:moveTo>
                    <a:pt x="820" y="0"/>
                  </a:moveTo>
                  <a:cubicBezTo>
                    <a:pt x="316" y="473"/>
                    <a:pt x="0" y="1103"/>
                    <a:pt x="0" y="1828"/>
                  </a:cubicBezTo>
                  <a:lnTo>
                    <a:pt x="0" y="2552"/>
                  </a:lnTo>
                  <a:cubicBezTo>
                    <a:pt x="0" y="2773"/>
                    <a:pt x="158" y="2930"/>
                    <a:pt x="347" y="2930"/>
                  </a:cubicBezTo>
                  <a:lnTo>
                    <a:pt x="4506" y="2930"/>
                  </a:lnTo>
                  <a:cubicBezTo>
                    <a:pt x="4726" y="2930"/>
                    <a:pt x="4884" y="2773"/>
                    <a:pt x="4884" y="2552"/>
                  </a:cubicBezTo>
                  <a:lnTo>
                    <a:pt x="4884" y="1828"/>
                  </a:lnTo>
                  <a:cubicBezTo>
                    <a:pt x="4884" y="1103"/>
                    <a:pt x="4569" y="441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65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1" name="Google Shape;921;p34"/>
          <p:cNvGrpSpPr/>
          <p:nvPr/>
        </p:nvGrpSpPr>
        <p:grpSpPr>
          <a:xfrm>
            <a:off x="9016665" y="2633668"/>
            <a:ext cx="308177" cy="348572"/>
            <a:chOff x="2786075" y="3591800"/>
            <a:chExt cx="260725" cy="294900"/>
          </a:xfrm>
        </p:grpSpPr>
        <p:sp>
          <p:nvSpPr>
            <p:cNvPr id="922" name="Google Shape;922;p34"/>
            <p:cNvSpPr/>
            <p:nvPr/>
          </p:nvSpPr>
          <p:spPr>
            <a:xfrm>
              <a:off x="2898700" y="36770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694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2883750" y="3729775"/>
              <a:ext cx="66975" cy="33900"/>
            </a:xfrm>
            <a:custGeom>
              <a:rect b="b" l="l" r="r" t="t"/>
              <a:pathLst>
                <a:path extrusionOk="0" h="1356" w="2679">
                  <a:moveTo>
                    <a:pt x="1323" y="1"/>
                  </a:moveTo>
                  <a:cubicBezTo>
                    <a:pt x="693" y="1"/>
                    <a:pt x="189" y="379"/>
                    <a:pt x="0" y="977"/>
                  </a:cubicBezTo>
                  <a:cubicBezTo>
                    <a:pt x="378" y="1198"/>
                    <a:pt x="819" y="1355"/>
                    <a:pt x="1323" y="1355"/>
                  </a:cubicBezTo>
                  <a:cubicBezTo>
                    <a:pt x="1796" y="1355"/>
                    <a:pt x="2269" y="1198"/>
                    <a:pt x="2678" y="977"/>
                  </a:cubicBezTo>
                  <a:cubicBezTo>
                    <a:pt x="2489" y="410"/>
                    <a:pt x="1922" y="1"/>
                    <a:pt x="132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2855375" y="3643150"/>
              <a:ext cx="122125" cy="98475"/>
            </a:xfrm>
            <a:custGeom>
              <a:rect b="b" l="l" r="r" t="t"/>
              <a:pathLst>
                <a:path extrusionOk="0" h="3939" w="4885">
                  <a:moveTo>
                    <a:pt x="2458" y="0"/>
                  </a:moveTo>
                  <a:cubicBezTo>
                    <a:pt x="1198" y="0"/>
                    <a:pt x="222" y="977"/>
                    <a:pt x="64" y="2079"/>
                  </a:cubicBezTo>
                  <a:cubicBezTo>
                    <a:pt x="1" y="2741"/>
                    <a:pt x="159" y="3371"/>
                    <a:pt x="600" y="3938"/>
                  </a:cubicBezTo>
                  <a:cubicBezTo>
                    <a:pt x="820" y="3529"/>
                    <a:pt x="1135" y="3214"/>
                    <a:pt x="1482" y="3025"/>
                  </a:cubicBezTo>
                  <a:cubicBezTo>
                    <a:pt x="1230" y="2772"/>
                    <a:pt x="1072" y="2426"/>
                    <a:pt x="1072" y="2079"/>
                  </a:cubicBezTo>
                  <a:cubicBezTo>
                    <a:pt x="1072" y="1323"/>
                    <a:pt x="1734" y="693"/>
                    <a:pt x="2458" y="693"/>
                  </a:cubicBezTo>
                  <a:cubicBezTo>
                    <a:pt x="3214" y="693"/>
                    <a:pt x="3845" y="1323"/>
                    <a:pt x="3845" y="2079"/>
                  </a:cubicBezTo>
                  <a:cubicBezTo>
                    <a:pt x="3845" y="2426"/>
                    <a:pt x="3687" y="2772"/>
                    <a:pt x="3435" y="3025"/>
                  </a:cubicBezTo>
                  <a:cubicBezTo>
                    <a:pt x="3845" y="3214"/>
                    <a:pt x="4128" y="3529"/>
                    <a:pt x="4317" y="3938"/>
                  </a:cubicBezTo>
                  <a:cubicBezTo>
                    <a:pt x="4695" y="3466"/>
                    <a:pt x="4853" y="2930"/>
                    <a:pt x="4853" y="2394"/>
                  </a:cubicBezTo>
                  <a:cubicBezTo>
                    <a:pt x="4884" y="1103"/>
                    <a:pt x="3813" y="0"/>
                    <a:pt x="245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2801050" y="3591800"/>
              <a:ext cx="229225" cy="258500"/>
            </a:xfrm>
            <a:custGeom>
              <a:rect b="b" l="l" r="r" t="t"/>
              <a:pathLst>
                <a:path extrusionOk="0" h="10340" w="9169">
                  <a:moveTo>
                    <a:pt x="4679" y="1327"/>
                  </a:moveTo>
                  <a:cubicBezTo>
                    <a:pt x="6369" y="1327"/>
                    <a:pt x="7750" y="2741"/>
                    <a:pt x="7750" y="4448"/>
                  </a:cubicBezTo>
                  <a:cubicBezTo>
                    <a:pt x="7750" y="6244"/>
                    <a:pt x="6301" y="7599"/>
                    <a:pt x="4631" y="7599"/>
                  </a:cubicBezTo>
                  <a:cubicBezTo>
                    <a:pt x="2836" y="7599"/>
                    <a:pt x="1292" y="5961"/>
                    <a:pt x="1575" y="4039"/>
                  </a:cubicBezTo>
                  <a:cubicBezTo>
                    <a:pt x="1764" y="2716"/>
                    <a:pt x="2867" y="1550"/>
                    <a:pt x="4222" y="1361"/>
                  </a:cubicBezTo>
                  <a:cubicBezTo>
                    <a:pt x="4376" y="1338"/>
                    <a:pt x="4529" y="1327"/>
                    <a:pt x="4679" y="1327"/>
                  </a:cubicBezTo>
                  <a:close/>
                  <a:moveTo>
                    <a:pt x="4597" y="0"/>
                  </a:moveTo>
                  <a:cubicBezTo>
                    <a:pt x="4401" y="0"/>
                    <a:pt x="4202" y="13"/>
                    <a:pt x="4001" y="38"/>
                  </a:cubicBezTo>
                  <a:cubicBezTo>
                    <a:pt x="1985" y="290"/>
                    <a:pt x="378" y="1928"/>
                    <a:pt x="158" y="3913"/>
                  </a:cubicBezTo>
                  <a:cubicBezTo>
                    <a:pt x="0" y="5110"/>
                    <a:pt x="315" y="6244"/>
                    <a:pt x="1008" y="7189"/>
                  </a:cubicBezTo>
                  <a:cubicBezTo>
                    <a:pt x="1197" y="7473"/>
                    <a:pt x="1449" y="7756"/>
                    <a:pt x="1670" y="7945"/>
                  </a:cubicBezTo>
                  <a:lnTo>
                    <a:pt x="4411" y="10277"/>
                  </a:lnTo>
                  <a:cubicBezTo>
                    <a:pt x="4474" y="10308"/>
                    <a:pt x="4568" y="10340"/>
                    <a:pt x="4631" y="10340"/>
                  </a:cubicBezTo>
                  <a:cubicBezTo>
                    <a:pt x="4726" y="10340"/>
                    <a:pt x="4789" y="10308"/>
                    <a:pt x="4883" y="10277"/>
                  </a:cubicBezTo>
                  <a:lnTo>
                    <a:pt x="7593" y="7945"/>
                  </a:lnTo>
                  <a:cubicBezTo>
                    <a:pt x="7845" y="7756"/>
                    <a:pt x="8065" y="7473"/>
                    <a:pt x="8254" y="7189"/>
                  </a:cubicBezTo>
                  <a:cubicBezTo>
                    <a:pt x="8853" y="6402"/>
                    <a:pt x="9168" y="5457"/>
                    <a:pt x="9168" y="4480"/>
                  </a:cubicBezTo>
                  <a:cubicBezTo>
                    <a:pt x="9139" y="1996"/>
                    <a:pt x="7104" y="0"/>
                    <a:pt x="459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2786075" y="3800675"/>
              <a:ext cx="260725" cy="86025"/>
            </a:xfrm>
            <a:custGeom>
              <a:rect b="b" l="l" r="r" t="t"/>
              <a:pathLst>
                <a:path extrusionOk="0" h="3441" w="10429">
                  <a:moveTo>
                    <a:pt x="1702" y="0"/>
                  </a:moveTo>
                  <a:cubicBezTo>
                    <a:pt x="1576" y="0"/>
                    <a:pt x="1513" y="63"/>
                    <a:pt x="1418" y="189"/>
                  </a:cubicBezTo>
                  <a:lnTo>
                    <a:pt x="32" y="2930"/>
                  </a:lnTo>
                  <a:cubicBezTo>
                    <a:pt x="1" y="3056"/>
                    <a:pt x="1" y="3213"/>
                    <a:pt x="32" y="3308"/>
                  </a:cubicBezTo>
                  <a:cubicBezTo>
                    <a:pt x="95" y="3371"/>
                    <a:pt x="190" y="3434"/>
                    <a:pt x="316" y="3434"/>
                  </a:cubicBezTo>
                  <a:lnTo>
                    <a:pt x="10019" y="3434"/>
                  </a:lnTo>
                  <a:cubicBezTo>
                    <a:pt x="10045" y="3438"/>
                    <a:pt x="10070" y="3440"/>
                    <a:pt x="10093" y="3440"/>
                  </a:cubicBezTo>
                  <a:cubicBezTo>
                    <a:pt x="10241" y="3440"/>
                    <a:pt x="10338" y="3362"/>
                    <a:pt x="10366" y="3308"/>
                  </a:cubicBezTo>
                  <a:cubicBezTo>
                    <a:pt x="10429" y="3182"/>
                    <a:pt x="10429" y="3056"/>
                    <a:pt x="10366" y="2930"/>
                  </a:cubicBezTo>
                  <a:lnTo>
                    <a:pt x="8979" y="189"/>
                  </a:lnTo>
                  <a:cubicBezTo>
                    <a:pt x="8948" y="63"/>
                    <a:pt x="8822" y="32"/>
                    <a:pt x="8696" y="0"/>
                  </a:cubicBezTo>
                  <a:lnTo>
                    <a:pt x="8601" y="95"/>
                  </a:lnTo>
                  <a:lnTo>
                    <a:pt x="5860" y="2426"/>
                  </a:lnTo>
                  <a:cubicBezTo>
                    <a:pt x="5671" y="2583"/>
                    <a:pt x="5451" y="2678"/>
                    <a:pt x="5199" y="2678"/>
                  </a:cubicBezTo>
                  <a:cubicBezTo>
                    <a:pt x="4978" y="2678"/>
                    <a:pt x="4726" y="2583"/>
                    <a:pt x="4537" y="2426"/>
                  </a:cubicBezTo>
                  <a:lnTo>
                    <a:pt x="1828" y="9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" name="Google Shape;927;p34"/>
          <p:cNvGrpSpPr/>
          <p:nvPr/>
        </p:nvGrpSpPr>
        <p:grpSpPr>
          <a:xfrm>
            <a:off x="9057163" y="3079395"/>
            <a:ext cx="227180" cy="350079"/>
            <a:chOff x="2819150" y="3955025"/>
            <a:chExt cx="192200" cy="296175"/>
          </a:xfrm>
        </p:grpSpPr>
        <p:sp>
          <p:nvSpPr>
            <p:cNvPr id="928" name="Google Shape;928;p34"/>
            <p:cNvSpPr/>
            <p:nvPr/>
          </p:nvSpPr>
          <p:spPr>
            <a:xfrm>
              <a:off x="2856175" y="4007025"/>
              <a:ext cx="122100" cy="70125"/>
            </a:xfrm>
            <a:custGeom>
              <a:rect b="b" l="l" r="r" t="t"/>
              <a:pathLst>
                <a:path extrusionOk="0" h="2805" w="4884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2819150" y="4180300"/>
              <a:ext cx="192200" cy="70900"/>
            </a:xfrm>
            <a:custGeom>
              <a:rect b="b" l="l" r="r" t="t"/>
              <a:pathLst>
                <a:path extrusionOk="0" h="2836" w="7688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2882950" y="3955025"/>
              <a:ext cx="68550" cy="35475"/>
            </a:xfrm>
            <a:custGeom>
              <a:rect b="b" l="l" r="r" t="t"/>
              <a:pathLst>
                <a:path extrusionOk="0" h="1419" w="2742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2856975" y="4093650"/>
              <a:ext cx="118950" cy="70125"/>
            </a:xfrm>
            <a:custGeom>
              <a:rect b="b" l="l" r="r" t="t"/>
              <a:pathLst>
                <a:path extrusionOk="0" h="2805" w="4758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2" name="Google Shape;932;p34"/>
          <p:cNvGrpSpPr/>
          <p:nvPr/>
        </p:nvGrpSpPr>
        <p:grpSpPr>
          <a:xfrm>
            <a:off x="7680936" y="3544993"/>
            <a:ext cx="349133" cy="348217"/>
            <a:chOff x="4629125" y="3235150"/>
            <a:chExt cx="295375" cy="294600"/>
          </a:xfrm>
        </p:grpSpPr>
        <p:sp>
          <p:nvSpPr>
            <p:cNvPr id="933" name="Google Shape;933;p34"/>
            <p:cNvSpPr/>
            <p:nvPr/>
          </p:nvSpPr>
          <p:spPr>
            <a:xfrm>
              <a:off x="4696850" y="33911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64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4680300" y="3443875"/>
              <a:ext cx="69350" cy="34675"/>
            </a:xfrm>
            <a:custGeom>
              <a:rect b="b" l="l" r="r" t="t"/>
              <a:pathLst>
                <a:path extrusionOk="0" h="1387" w="2774">
                  <a:moveTo>
                    <a:pt x="1387" y="0"/>
                  </a:moveTo>
                  <a:cubicBezTo>
                    <a:pt x="631" y="0"/>
                    <a:pt x="1" y="630"/>
                    <a:pt x="1" y="1387"/>
                  </a:cubicBezTo>
                  <a:lnTo>
                    <a:pt x="2773" y="1387"/>
                  </a:lnTo>
                  <a:cubicBezTo>
                    <a:pt x="2773" y="630"/>
                    <a:pt x="2175" y="0"/>
                    <a:pt x="138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4629125" y="3339900"/>
              <a:ext cx="295375" cy="189850"/>
            </a:xfrm>
            <a:custGeom>
              <a:rect b="b" l="l" r="r" t="t"/>
              <a:pathLst>
                <a:path extrusionOk="0" h="7594" w="11815">
                  <a:moveTo>
                    <a:pt x="10050" y="2080"/>
                  </a:moveTo>
                  <a:cubicBezTo>
                    <a:pt x="10239" y="2080"/>
                    <a:pt x="10397" y="2238"/>
                    <a:pt x="10397" y="2427"/>
                  </a:cubicBezTo>
                  <a:cubicBezTo>
                    <a:pt x="10397" y="2616"/>
                    <a:pt x="10239" y="2773"/>
                    <a:pt x="10050" y="2773"/>
                  </a:cubicBezTo>
                  <a:lnTo>
                    <a:pt x="6553" y="2773"/>
                  </a:lnTo>
                  <a:cubicBezTo>
                    <a:pt x="6333" y="2773"/>
                    <a:pt x="6175" y="2616"/>
                    <a:pt x="6175" y="2427"/>
                  </a:cubicBezTo>
                  <a:cubicBezTo>
                    <a:pt x="6175" y="2238"/>
                    <a:pt x="6333" y="2080"/>
                    <a:pt x="6553" y="2080"/>
                  </a:cubicBezTo>
                  <a:close/>
                  <a:moveTo>
                    <a:pt x="10050" y="3466"/>
                  </a:moveTo>
                  <a:cubicBezTo>
                    <a:pt x="10239" y="3466"/>
                    <a:pt x="10397" y="3624"/>
                    <a:pt x="10397" y="3813"/>
                  </a:cubicBezTo>
                  <a:cubicBezTo>
                    <a:pt x="10397" y="4002"/>
                    <a:pt x="10239" y="4159"/>
                    <a:pt x="10050" y="4159"/>
                  </a:cubicBezTo>
                  <a:lnTo>
                    <a:pt x="6553" y="4159"/>
                  </a:lnTo>
                  <a:cubicBezTo>
                    <a:pt x="6333" y="4159"/>
                    <a:pt x="6175" y="4002"/>
                    <a:pt x="6175" y="3813"/>
                  </a:cubicBezTo>
                  <a:cubicBezTo>
                    <a:pt x="6175" y="3624"/>
                    <a:pt x="6333" y="3466"/>
                    <a:pt x="6553" y="3466"/>
                  </a:cubicBezTo>
                  <a:close/>
                  <a:moveTo>
                    <a:pt x="10050" y="4821"/>
                  </a:moveTo>
                  <a:cubicBezTo>
                    <a:pt x="10239" y="4821"/>
                    <a:pt x="10397" y="4978"/>
                    <a:pt x="10397" y="5199"/>
                  </a:cubicBezTo>
                  <a:cubicBezTo>
                    <a:pt x="10397" y="5388"/>
                    <a:pt x="10239" y="5546"/>
                    <a:pt x="10050" y="5546"/>
                  </a:cubicBezTo>
                  <a:lnTo>
                    <a:pt x="6553" y="5546"/>
                  </a:lnTo>
                  <a:cubicBezTo>
                    <a:pt x="6333" y="5546"/>
                    <a:pt x="6175" y="5388"/>
                    <a:pt x="6175" y="5199"/>
                  </a:cubicBezTo>
                  <a:cubicBezTo>
                    <a:pt x="6175" y="4978"/>
                    <a:pt x="6333" y="4821"/>
                    <a:pt x="6553" y="4821"/>
                  </a:cubicBezTo>
                  <a:close/>
                  <a:moveTo>
                    <a:pt x="3403" y="1418"/>
                  </a:moveTo>
                  <a:cubicBezTo>
                    <a:pt x="4127" y="1418"/>
                    <a:pt x="4757" y="2049"/>
                    <a:pt x="4757" y="2773"/>
                  </a:cubicBezTo>
                  <a:cubicBezTo>
                    <a:pt x="4757" y="3151"/>
                    <a:pt x="4600" y="3498"/>
                    <a:pt x="4379" y="3718"/>
                  </a:cubicBezTo>
                  <a:cubicBezTo>
                    <a:pt x="5009" y="4065"/>
                    <a:pt x="5451" y="4758"/>
                    <a:pt x="5451" y="5546"/>
                  </a:cubicBezTo>
                  <a:lnTo>
                    <a:pt x="5451" y="5892"/>
                  </a:lnTo>
                  <a:lnTo>
                    <a:pt x="5514" y="5892"/>
                  </a:lnTo>
                  <a:cubicBezTo>
                    <a:pt x="5514" y="6081"/>
                    <a:pt x="5356" y="6239"/>
                    <a:pt x="5167" y="6239"/>
                  </a:cubicBezTo>
                  <a:lnTo>
                    <a:pt x="1701" y="6239"/>
                  </a:lnTo>
                  <a:cubicBezTo>
                    <a:pt x="1512" y="6239"/>
                    <a:pt x="1355" y="6081"/>
                    <a:pt x="1355" y="5892"/>
                  </a:cubicBezTo>
                  <a:lnTo>
                    <a:pt x="1355" y="5546"/>
                  </a:lnTo>
                  <a:cubicBezTo>
                    <a:pt x="1355" y="4758"/>
                    <a:pt x="1764" y="4096"/>
                    <a:pt x="2395" y="3718"/>
                  </a:cubicBezTo>
                  <a:cubicBezTo>
                    <a:pt x="2174" y="3498"/>
                    <a:pt x="2016" y="3151"/>
                    <a:pt x="2016" y="2773"/>
                  </a:cubicBezTo>
                  <a:cubicBezTo>
                    <a:pt x="2016" y="2049"/>
                    <a:pt x="2647" y="1418"/>
                    <a:pt x="3403" y="1418"/>
                  </a:cubicBezTo>
                  <a:close/>
                  <a:moveTo>
                    <a:pt x="1040" y="1"/>
                  </a:moveTo>
                  <a:cubicBezTo>
                    <a:pt x="441" y="1"/>
                    <a:pt x="0" y="473"/>
                    <a:pt x="0" y="1009"/>
                  </a:cubicBezTo>
                  <a:lnTo>
                    <a:pt x="0" y="6554"/>
                  </a:lnTo>
                  <a:cubicBezTo>
                    <a:pt x="0" y="7152"/>
                    <a:pt x="473" y="7593"/>
                    <a:pt x="1040" y="7593"/>
                  </a:cubicBezTo>
                  <a:lnTo>
                    <a:pt x="10806" y="7593"/>
                  </a:lnTo>
                  <a:cubicBezTo>
                    <a:pt x="11373" y="7593"/>
                    <a:pt x="11815" y="7121"/>
                    <a:pt x="11815" y="6554"/>
                  </a:cubicBezTo>
                  <a:lnTo>
                    <a:pt x="11815" y="1009"/>
                  </a:lnTo>
                  <a:cubicBezTo>
                    <a:pt x="11783" y="473"/>
                    <a:pt x="11310" y="1"/>
                    <a:pt x="10743" y="1"/>
                  </a:cubicBezTo>
                  <a:lnTo>
                    <a:pt x="7593" y="1"/>
                  </a:lnTo>
                  <a:lnTo>
                    <a:pt x="7593" y="347"/>
                  </a:lnTo>
                  <a:cubicBezTo>
                    <a:pt x="7593" y="946"/>
                    <a:pt x="7120" y="1355"/>
                    <a:pt x="6585" y="1355"/>
                  </a:cubicBezTo>
                  <a:lnTo>
                    <a:pt x="5198" y="1355"/>
                  </a:lnTo>
                  <a:cubicBezTo>
                    <a:pt x="4600" y="1355"/>
                    <a:pt x="4190" y="883"/>
                    <a:pt x="4190" y="347"/>
                  </a:cubicBezTo>
                  <a:lnTo>
                    <a:pt x="419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4714975" y="3287125"/>
              <a:ext cx="122100" cy="70125"/>
            </a:xfrm>
            <a:custGeom>
              <a:rect b="b" l="l" r="r" t="t"/>
              <a:pathLst>
                <a:path extrusionOk="0" h="2805" w="4884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4"/>
                    <a:pt x="315" y="1419"/>
                    <a:pt x="693" y="1419"/>
                  </a:cubicBezTo>
                  <a:lnTo>
                    <a:pt x="1418" y="1419"/>
                  </a:lnTo>
                  <a:lnTo>
                    <a:pt x="1418" y="2458"/>
                  </a:lnTo>
                  <a:cubicBezTo>
                    <a:pt x="1386" y="2647"/>
                    <a:pt x="1544" y="2805"/>
                    <a:pt x="1733" y="2805"/>
                  </a:cubicBezTo>
                  <a:lnTo>
                    <a:pt x="3119" y="2805"/>
                  </a:lnTo>
                  <a:cubicBezTo>
                    <a:pt x="3308" y="2805"/>
                    <a:pt x="3466" y="2647"/>
                    <a:pt x="3466" y="2458"/>
                  </a:cubicBezTo>
                  <a:lnTo>
                    <a:pt x="3466" y="1419"/>
                  </a:lnTo>
                  <a:lnTo>
                    <a:pt x="4159" y="1419"/>
                  </a:lnTo>
                  <a:cubicBezTo>
                    <a:pt x="4568" y="1419"/>
                    <a:pt x="4883" y="1104"/>
                    <a:pt x="4883" y="725"/>
                  </a:cubicBezTo>
                  <a:cubicBezTo>
                    <a:pt x="4883" y="316"/>
                    <a:pt x="4568" y="1"/>
                    <a:pt x="415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4732300" y="3235150"/>
              <a:ext cx="86650" cy="35475"/>
            </a:xfrm>
            <a:custGeom>
              <a:rect b="b" l="l" r="r" t="t"/>
              <a:pathLst>
                <a:path extrusionOk="0" h="1419" w="3466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lnTo>
                    <a:pt x="3466" y="1418"/>
                  </a:lnTo>
                  <a:lnTo>
                    <a:pt x="3466" y="347"/>
                  </a:lnTo>
                  <a:cubicBezTo>
                    <a:pt x="3466" y="158"/>
                    <a:pt x="3308" y="1"/>
                    <a:pt x="311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" name="Google Shape;938;p34"/>
          <p:cNvGrpSpPr/>
          <p:nvPr/>
        </p:nvGrpSpPr>
        <p:grpSpPr>
          <a:xfrm>
            <a:off x="7680921" y="3992526"/>
            <a:ext cx="349163" cy="349133"/>
            <a:chOff x="4628325" y="3599825"/>
            <a:chExt cx="295400" cy="295375"/>
          </a:xfrm>
        </p:grpSpPr>
        <p:sp>
          <p:nvSpPr>
            <p:cNvPr id="939" name="Google Shape;939;p34"/>
            <p:cNvSpPr/>
            <p:nvPr/>
          </p:nvSpPr>
          <p:spPr>
            <a:xfrm>
              <a:off x="4679525" y="3686450"/>
              <a:ext cx="17350" cy="86675"/>
            </a:xfrm>
            <a:custGeom>
              <a:rect b="b" l="l" r="r" t="t"/>
              <a:pathLst>
                <a:path extrusionOk="0" h="3467" w="694">
                  <a:moveTo>
                    <a:pt x="0" y="1"/>
                  </a:moveTo>
                  <a:lnTo>
                    <a:pt x="0" y="3466"/>
                  </a:lnTo>
                  <a:lnTo>
                    <a:pt x="694" y="3466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4854375" y="3686450"/>
              <a:ext cx="18150" cy="86675"/>
            </a:xfrm>
            <a:custGeom>
              <a:rect b="b" l="l" r="r" t="t"/>
              <a:pathLst>
                <a:path extrusionOk="0" h="3467" w="726">
                  <a:moveTo>
                    <a:pt x="1" y="1"/>
                  </a:moveTo>
                  <a:lnTo>
                    <a:pt x="1" y="3466"/>
                  </a:lnTo>
                  <a:lnTo>
                    <a:pt x="725" y="3466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4679525" y="3790425"/>
              <a:ext cx="17350" cy="104000"/>
            </a:xfrm>
            <a:custGeom>
              <a:rect b="b" l="l" r="r" t="t"/>
              <a:pathLst>
                <a:path extrusionOk="0" h="4160" w="694">
                  <a:moveTo>
                    <a:pt x="0" y="0"/>
                  </a:moveTo>
                  <a:lnTo>
                    <a:pt x="0" y="4159"/>
                  </a:lnTo>
                  <a:lnTo>
                    <a:pt x="694" y="4159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4854375" y="3790425"/>
              <a:ext cx="18150" cy="104000"/>
            </a:xfrm>
            <a:custGeom>
              <a:rect b="b" l="l" r="r" t="t"/>
              <a:pathLst>
                <a:path extrusionOk="0" h="4160" w="726">
                  <a:moveTo>
                    <a:pt x="1" y="0"/>
                  </a:moveTo>
                  <a:lnTo>
                    <a:pt x="1" y="4159"/>
                  </a:lnTo>
                  <a:lnTo>
                    <a:pt x="725" y="4159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4628325" y="3686450"/>
              <a:ext cx="34675" cy="86675"/>
            </a:xfrm>
            <a:custGeom>
              <a:rect b="b" l="l" r="r" t="t"/>
              <a:pathLst>
                <a:path extrusionOk="0" h="3467" w="1387">
                  <a:moveTo>
                    <a:pt x="1009" y="1"/>
                  </a:moveTo>
                  <a:cubicBezTo>
                    <a:pt x="442" y="1"/>
                    <a:pt x="1" y="442"/>
                    <a:pt x="1" y="1009"/>
                  </a:cubicBezTo>
                  <a:lnTo>
                    <a:pt x="1" y="2049"/>
                  </a:lnTo>
                  <a:cubicBezTo>
                    <a:pt x="1" y="2427"/>
                    <a:pt x="158" y="2773"/>
                    <a:pt x="442" y="3025"/>
                  </a:cubicBezTo>
                  <a:cubicBezTo>
                    <a:pt x="662" y="3340"/>
                    <a:pt x="1009" y="3466"/>
                    <a:pt x="1387" y="3466"/>
                  </a:cubicBezTo>
                  <a:lnTo>
                    <a:pt x="1387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4714975" y="3686450"/>
              <a:ext cx="122100" cy="86675"/>
            </a:xfrm>
            <a:custGeom>
              <a:rect b="b" l="l" r="r" t="t"/>
              <a:pathLst>
                <a:path extrusionOk="0" h="3467" w="4884">
                  <a:moveTo>
                    <a:pt x="0" y="1"/>
                  </a:moveTo>
                  <a:lnTo>
                    <a:pt x="0" y="3466"/>
                  </a:lnTo>
                  <a:lnTo>
                    <a:pt x="4883" y="3466"/>
                  </a:lnTo>
                  <a:lnTo>
                    <a:pt x="4883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4889025" y="3777825"/>
              <a:ext cx="34700" cy="117375"/>
            </a:xfrm>
            <a:custGeom>
              <a:rect b="b" l="l" r="r" t="t"/>
              <a:pathLst>
                <a:path extrusionOk="0" h="4695" w="1388">
                  <a:moveTo>
                    <a:pt x="1387" y="0"/>
                  </a:moveTo>
                  <a:cubicBezTo>
                    <a:pt x="977" y="315"/>
                    <a:pt x="505" y="504"/>
                    <a:pt x="1" y="504"/>
                  </a:cubicBezTo>
                  <a:lnTo>
                    <a:pt x="1" y="4695"/>
                  </a:lnTo>
                  <a:lnTo>
                    <a:pt x="347" y="4695"/>
                  </a:lnTo>
                  <a:cubicBezTo>
                    <a:pt x="946" y="4695"/>
                    <a:pt x="1387" y="4222"/>
                    <a:pt x="1387" y="3655"/>
                  </a:cubicBezTo>
                  <a:lnTo>
                    <a:pt x="1387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4628325" y="3777825"/>
              <a:ext cx="34675" cy="116600"/>
            </a:xfrm>
            <a:custGeom>
              <a:rect b="b" l="l" r="r" t="t"/>
              <a:pathLst>
                <a:path extrusionOk="0" h="4664" w="1387">
                  <a:moveTo>
                    <a:pt x="1" y="0"/>
                  </a:moveTo>
                  <a:lnTo>
                    <a:pt x="1" y="3655"/>
                  </a:lnTo>
                  <a:cubicBezTo>
                    <a:pt x="1" y="4222"/>
                    <a:pt x="442" y="4663"/>
                    <a:pt x="1009" y="4663"/>
                  </a:cubicBezTo>
                  <a:lnTo>
                    <a:pt x="1387" y="4663"/>
                  </a:lnTo>
                  <a:lnTo>
                    <a:pt x="1387" y="504"/>
                  </a:lnTo>
                  <a:cubicBezTo>
                    <a:pt x="851" y="504"/>
                    <a:pt x="379" y="315"/>
                    <a:pt x="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4766950" y="37904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1" y="0"/>
                  </a:moveTo>
                  <a:lnTo>
                    <a:pt x="1" y="347"/>
                  </a:ln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694" y="568"/>
                    <a:pt x="694" y="347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4889025" y="3686450"/>
              <a:ext cx="34700" cy="86675"/>
            </a:xfrm>
            <a:custGeom>
              <a:rect b="b" l="l" r="r" t="t"/>
              <a:pathLst>
                <a:path extrusionOk="0" h="3467" w="1388">
                  <a:moveTo>
                    <a:pt x="1" y="1"/>
                  </a:moveTo>
                  <a:lnTo>
                    <a:pt x="1" y="3466"/>
                  </a:lnTo>
                  <a:cubicBezTo>
                    <a:pt x="347" y="3466"/>
                    <a:pt x="662" y="3340"/>
                    <a:pt x="946" y="3088"/>
                  </a:cubicBezTo>
                  <a:cubicBezTo>
                    <a:pt x="1229" y="2836"/>
                    <a:pt x="1387" y="2458"/>
                    <a:pt x="1387" y="2080"/>
                  </a:cubicBezTo>
                  <a:lnTo>
                    <a:pt x="1387" y="1040"/>
                  </a:lnTo>
                  <a:cubicBezTo>
                    <a:pt x="1387" y="442"/>
                    <a:pt x="914" y="1"/>
                    <a:pt x="34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4714975" y="3790425"/>
              <a:ext cx="122100" cy="104000"/>
            </a:xfrm>
            <a:custGeom>
              <a:rect b="b" l="l" r="r" t="t"/>
              <a:pathLst>
                <a:path extrusionOk="0" h="4160" w="4884">
                  <a:moveTo>
                    <a:pt x="0" y="0"/>
                  </a:moveTo>
                  <a:lnTo>
                    <a:pt x="0" y="4159"/>
                  </a:lnTo>
                  <a:lnTo>
                    <a:pt x="4883" y="4159"/>
                  </a:lnTo>
                  <a:lnTo>
                    <a:pt x="4883" y="0"/>
                  </a:lnTo>
                  <a:lnTo>
                    <a:pt x="3466" y="0"/>
                  </a:lnTo>
                  <a:lnTo>
                    <a:pt x="3466" y="347"/>
                  </a:lnTo>
                  <a:cubicBezTo>
                    <a:pt x="3466" y="946"/>
                    <a:pt x="2993" y="1387"/>
                    <a:pt x="2426" y="1387"/>
                  </a:cubicBezTo>
                  <a:cubicBezTo>
                    <a:pt x="1827" y="1387"/>
                    <a:pt x="1418" y="914"/>
                    <a:pt x="1418" y="347"/>
                  </a:cubicBezTo>
                  <a:lnTo>
                    <a:pt x="1418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4714175" y="3599825"/>
              <a:ext cx="122100" cy="69325"/>
            </a:xfrm>
            <a:custGeom>
              <a:rect b="b" l="l" r="r" t="t"/>
              <a:pathLst>
                <a:path extrusionOk="0" h="277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lnTo>
                    <a:pt x="1" y="2773"/>
                  </a:lnTo>
                  <a:lnTo>
                    <a:pt x="1355" y="2773"/>
                  </a:lnTo>
                  <a:lnTo>
                    <a:pt x="1355" y="2426"/>
                  </a:lnTo>
                  <a:cubicBezTo>
                    <a:pt x="1355" y="1828"/>
                    <a:pt x="1828" y="1418"/>
                    <a:pt x="2395" y="1418"/>
                  </a:cubicBezTo>
                  <a:cubicBezTo>
                    <a:pt x="2994" y="1418"/>
                    <a:pt x="3403" y="1891"/>
                    <a:pt x="3403" y="2426"/>
                  </a:cubicBezTo>
                  <a:lnTo>
                    <a:pt x="3403" y="2773"/>
                  </a:lnTo>
                  <a:lnTo>
                    <a:pt x="4884" y="2773"/>
                  </a:lnTo>
                  <a:lnTo>
                    <a:pt x="4884" y="2426"/>
                  </a:ln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1" name="Google Shape;951;p34"/>
          <p:cNvGrpSpPr/>
          <p:nvPr/>
        </p:nvGrpSpPr>
        <p:grpSpPr>
          <a:xfrm>
            <a:off x="7701872" y="4468137"/>
            <a:ext cx="307261" cy="350079"/>
            <a:chOff x="4645650" y="3962900"/>
            <a:chExt cx="259950" cy="296175"/>
          </a:xfrm>
        </p:grpSpPr>
        <p:sp>
          <p:nvSpPr>
            <p:cNvPr id="952" name="Google Shape;952;p34"/>
            <p:cNvSpPr/>
            <p:nvPr/>
          </p:nvSpPr>
          <p:spPr>
            <a:xfrm>
              <a:off x="4853600" y="4155100"/>
              <a:ext cx="52000" cy="103975"/>
            </a:xfrm>
            <a:custGeom>
              <a:rect b="b" l="l" r="r" t="t"/>
              <a:pathLst>
                <a:path extrusionOk="0" h="4159" w="2080">
                  <a:moveTo>
                    <a:pt x="0" y="0"/>
                  </a:moveTo>
                  <a:lnTo>
                    <a:pt x="0" y="4159"/>
                  </a:lnTo>
                  <a:lnTo>
                    <a:pt x="1733" y="4159"/>
                  </a:lnTo>
                  <a:cubicBezTo>
                    <a:pt x="1922" y="4159"/>
                    <a:pt x="2079" y="4001"/>
                    <a:pt x="2079" y="3812"/>
                  </a:cubicBezTo>
                  <a:lnTo>
                    <a:pt x="2079" y="1733"/>
                  </a:lnTo>
                  <a:cubicBezTo>
                    <a:pt x="2079" y="788"/>
                    <a:pt x="1292" y="0"/>
                    <a:pt x="34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4714975" y="4155100"/>
              <a:ext cx="121300" cy="50625"/>
            </a:xfrm>
            <a:custGeom>
              <a:rect b="b" l="l" r="r" t="t"/>
              <a:pathLst>
                <a:path extrusionOk="0" h="2025" w="4852">
                  <a:moveTo>
                    <a:pt x="0" y="0"/>
                  </a:moveTo>
                  <a:lnTo>
                    <a:pt x="0" y="1481"/>
                  </a:lnTo>
                  <a:cubicBezTo>
                    <a:pt x="772" y="1843"/>
                    <a:pt x="1599" y="2024"/>
                    <a:pt x="2426" y="2024"/>
                  </a:cubicBezTo>
                  <a:cubicBezTo>
                    <a:pt x="3253" y="2024"/>
                    <a:pt x="4080" y="1843"/>
                    <a:pt x="4852" y="1481"/>
                  </a:cubicBezTo>
                  <a:lnTo>
                    <a:pt x="4852" y="0"/>
                  </a:lnTo>
                  <a:lnTo>
                    <a:pt x="4789" y="0"/>
                  </a:lnTo>
                  <a:cubicBezTo>
                    <a:pt x="4348" y="410"/>
                    <a:pt x="3781" y="693"/>
                    <a:pt x="3119" y="693"/>
                  </a:cubicBezTo>
                  <a:lnTo>
                    <a:pt x="1733" y="693"/>
                  </a:lnTo>
                  <a:cubicBezTo>
                    <a:pt x="1071" y="693"/>
                    <a:pt x="473" y="410"/>
                    <a:pt x="3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4714975" y="4211025"/>
              <a:ext cx="121300" cy="48050"/>
            </a:xfrm>
            <a:custGeom>
              <a:rect b="b" l="l" r="r" t="t"/>
              <a:pathLst>
                <a:path extrusionOk="0" h="1922" w="4852">
                  <a:moveTo>
                    <a:pt x="0" y="0"/>
                  </a:moveTo>
                  <a:lnTo>
                    <a:pt x="0" y="1922"/>
                  </a:lnTo>
                  <a:lnTo>
                    <a:pt x="4852" y="1922"/>
                  </a:lnTo>
                  <a:lnTo>
                    <a:pt x="4852" y="0"/>
                  </a:lnTo>
                  <a:cubicBezTo>
                    <a:pt x="4080" y="315"/>
                    <a:pt x="3253" y="473"/>
                    <a:pt x="2426" y="473"/>
                  </a:cubicBezTo>
                  <a:cubicBezTo>
                    <a:pt x="1599" y="473"/>
                    <a:pt x="772" y="315"/>
                    <a:pt x="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4645650" y="4154300"/>
              <a:ext cx="52025" cy="104775"/>
            </a:xfrm>
            <a:custGeom>
              <a:rect b="b" l="l" r="r" t="t"/>
              <a:pathLst>
                <a:path extrusionOk="0" h="4191" w="2081">
                  <a:moveTo>
                    <a:pt x="1734" y="1"/>
                  </a:moveTo>
                  <a:cubicBezTo>
                    <a:pt x="757" y="32"/>
                    <a:pt x="1" y="757"/>
                    <a:pt x="1" y="1765"/>
                  </a:cubicBezTo>
                  <a:lnTo>
                    <a:pt x="1" y="3844"/>
                  </a:lnTo>
                  <a:cubicBezTo>
                    <a:pt x="1" y="4033"/>
                    <a:pt x="158" y="4191"/>
                    <a:pt x="379" y="4191"/>
                  </a:cubicBezTo>
                  <a:lnTo>
                    <a:pt x="2080" y="4191"/>
                  </a:lnTo>
                  <a:lnTo>
                    <a:pt x="208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4722850" y="4049550"/>
              <a:ext cx="103975" cy="105575"/>
            </a:xfrm>
            <a:custGeom>
              <a:rect b="b" l="l" r="r" t="t"/>
              <a:pathLst>
                <a:path extrusionOk="0" h="4223" w="4159">
                  <a:moveTo>
                    <a:pt x="2080" y="1"/>
                  </a:moveTo>
                  <a:cubicBezTo>
                    <a:pt x="1765" y="442"/>
                    <a:pt x="1260" y="694"/>
                    <a:pt x="693" y="694"/>
                  </a:cubicBezTo>
                  <a:lnTo>
                    <a:pt x="0" y="694"/>
                  </a:lnTo>
                  <a:lnTo>
                    <a:pt x="0" y="3498"/>
                  </a:lnTo>
                  <a:cubicBezTo>
                    <a:pt x="347" y="3939"/>
                    <a:pt x="851" y="4222"/>
                    <a:pt x="1418" y="4222"/>
                  </a:cubicBezTo>
                  <a:lnTo>
                    <a:pt x="2804" y="4222"/>
                  </a:lnTo>
                  <a:cubicBezTo>
                    <a:pt x="3340" y="4222"/>
                    <a:pt x="3844" y="3939"/>
                    <a:pt x="4159" y="3498"/>
                  </a:cubicBezTo>
                  <a:lnTo>
                    <a:pt x="4159" y="694"/>
                  </a:lnTo>
                  <a:lnTo>
                    <a:pt x="3466" y="694"/>
                  </a:lnTo>
                  <a:cubicBezTo>
                    <a:pt x="2899" y="694"/>
                    <a:pt x="2395" y="442"/>
                    <a:pt x="208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4678725" y="3962900"/>
              <a:ext cx="190650" cy="174100"/>
            </a:xfrm>
            <a:custGeom>
              <a:rect b="b" l="l" r="r" t="t"/>
              <a:pathLst>
                <a:path extrusionOk="0" h="6964" w="7626">
                  <a:moveTo>
                    <a:pt x="3813" y="1"/>
                  </a:moveTo>
                  <a:cubicBezTo>
                    <a:pt x="1734" y="1"/>
                    <a:pt x="1" y="1702"/>
                    <a:pt x="1" y="3813"/>
                  </a:cubicBezTo>
                  <a:lnTo>
                    <a:pt x="1" y="5955"/>
                  </a:lnTo>
                  <a:lnTo>
                    <a:pt x="64" y="5955"/>
                  </a:lnTo>
                  <a:cubicBezTo>
                    <a:pt x="64" y="6522"/>
                    <a:pt x="537" y="6964"/>
                    <a:pt x="1104" y="6964"/>
                  </a:cubicBezTo>
                  <a:lnTo>
                    <a:pt x="1104" y="3813"/>
                  </a:lnTo>
                  <a:cubicBezTo>
                    <a:pt x="1104" y="3624"/>
                    <a:pt x="1261" y="3467"/>
                    <a:pt x="1450" y="3467"/>
                  </a:cubicBezTo>
                  <a:lnTo>
                    <a:pt x="2458" y="3467"/>
                  </a:lnTo>
                  <a:cubicBezTo>
                    <a:pt x="3057" y="3467"/>
                    <a:pt x="3498" y="2994"/>
                    <a:pt x="3498" y="2427"/>
                  </a:cubicBezTo>
                  <a:lnTo>
                    <a:pt x="3498" y="1734"/>
                  </a:lnTo>
                  <a:cubicBezTo>
                    <a:pt x="3498" y="1545"/>
                    <a:pt x="3656" y="1387"/>
                    <a:pt x="3845" y="1387"/>
                  </a:cubicBezTo>
                  <a:cubicBezTo>
                    <a:pt x="4034" y="1387"/>
                    <a:pt x="4191" y="1545"/>
                    <a:pt x="4191" y="1734"/>
                  </a:cubicBezTo>
                  <a:lnTo>
                    <a:pt x="4191" y="2427"/>
                  </a:lnTo>
                  <a:cubicBezTo>
                    <a:pt x="4191" y="3025"/>
                    <a:pt x="4664" y="3467"/>
                    <a:pt x="5231" y="3467"/>
                  </a:cubicBezTo>
                  <a:lnTo>
                    <a:pt x="6239" y="3467"/>
                  </a:lnTo>
                  <a:cubicBezTo>
                    <a:pt x="6459" y="3467"/>
                    <a:pt x="6617" y="3624"/>
                    <a:pt x="6617" y="3813"/>
                  </a:cubicBezTo>
                  <a:lnTo>
                    <a:pt x="6617" y="6964"/>
                  </a:lnTo>
                  <a:cubicBezTo>
                    <a:pt x="7184" y="6964"/>
                    <a:pt x="7625" y="6491"/>
                    <a:pt x="7625" y="5955"/>
                  </a:cubicBezTo>
                  <a:lnTo>
                    <a:pt x="7625" y="3813"/>
                  </a:lnTo>
                  <a:cubicBezTo>
                    <a:pt x="7625" y="1734"/>
                    <a:pt x="5924" y="1"/>
                    <a:pt x="381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8" name="Google Shape;958;p34"/>
          <p:cNvGrpSpPr/>
          <p:nvPr/>
        </p:nvGrpSpPr>
        <p:grpSpPr>
          <a:xfrm>
            <a:off x="9454833" y="3992999"/>
            <a:ext cx="349133" cy="348188"/>
            <a:chOff x="6143725" y="3582500"/>
            <a:chExt cx="295375" cy="294575"/>
          </a:xfrm>
        </p:grpSpPr>
        <p:sp>
          <p:nvSpPr>
            <p:cNvPr id="959" name="Google Shape;959;p34"/>
            <p:cNvSpPr/>
            <p:nvPr/>
          </p:nvSpPr>
          <p:spPr>
            <a:xfrm>
              <a:off x="6143725" y="3720325"/>
              <a:ext cx="295375" cy="156750"/>
            </a:xfrm>
            <a:custGeom>
              <a:rect b="b" l="l" r="r" t="t"/>
              <a:pathLst>
                <a:path extrusionOk="0" h="6270" w="11815">
                  <a:moveTo>
                    <a:pt x="7309" y="1418"/>
                  </a:moveTo>
                  <a:cubicBezTo>
                    <a:pt x="7908" y="1418"/>
                    <a:pt x="8349" y="1891"/>
                    <a:pt x="8349" y="2458"/>
                  </a:cubicBezTo>
                  <a:cubicBezTo>
                    <a:pt x="8349" y="2993"/>
                    <a:pt x="7845" y="3466"/>
                    <a:pt x="7309" y="3466"/>
                  </a:cubicBezTo>
                  <a:lnTo>
                    <a:pt x="4474" y="3466"/>
                  </a:lnTo>
                  <a:cubicBezTo>
                    <a:pt x="3875" y="3466"/>
                    <a:pt x="3434" y="2993"/>
                    <a:pt x="3434" y="2458"/>
                  </a:cubicBezTo>
                  <a:cubicBezTo>
                    <a:pt x="3434" y="1859"/>
                    <a:pt x="3907" y="1418"/>
                    <a:pt x="4474" y="1418"/>
                  </a:cubicBezTo>
                  <a:close/>
                  <a:moveTo>
                    <a:pt x="1008" y="1"/>
                  </a:moveTo>
                  <a:cubicBezTo>
                    <a:pt x="410" y="1"/>
                    <a:pt x="0" y="473"/>
                    <a:pt x="0" y="1040"/>
                  </a:cubicBezTo>
                  <a:lnTo>
                    <a:pt x="0" y="5262"/>
                  </a:lnTo>
                  <a:cubicBezTo>
                    <a:pt x="0" y="5829"/>
                    <a:pt x="473" y="6270"/>
                    <a:pt x="1008" y="6270"/>
                  </a:cubicBezTo>
                  <a:lnTo>
                    <a:pt x="10775" y="6270"/>
                  </a:lnTo>
                  <a:cubicBezTo>
                    <a:pt x="11373" y="6270"/>
                    <a:pt x="11815" y="5797"/>
                    <a:pt x="11815" y="5262"/>
                  </a:cubicBezTo>
                  <a:lnTo>
                    <a:pt x="11815" y="1040"/>
                  </a:lnTo>
                  <a:cubicBezTo>
                    <a:pt x="11783" y="473"/>
                    <a:pt x="11342" y="1"/>
                    <a:pt x="1077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246900" y="3773100"/>
              <a:ext cx="88225" cy="17350"/>
            </a:xfrm>
            <a:custGeom>
              <a:rect b="b" l="l" r="r" t="t"/>
              <a:pathLst>
                <a:path extrusionOk="0" h="694" w="3529">
                  <a:moveTo>
                    <a:pt x="347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82" y="693"/>
                  </a:lnTo>
                  <a:cubicBezTo>
                    <a:pt x="3371" y="693"/>
                    <a:pt x="3529" y="536"/>
                    <a:pt x="3529" y="347"/>
                  </a:cubicBezTo>
                  <a:cubicBezTo>
                    <a:pt x="3529" y="126"/>
                    <a:pt x="3371" y="0"/>
                    <a:pt x="318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161050" y="3582500"/>
              <a:ext cx="86650" cy="34675"/>
            </a:xfrm>
            <a:custGeom>
              <a:rect b="b" l="l" r="r" t="t"/>
              <a:pathLst>
                <a:path extrusionOk="0" h="1387" w="3466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3466" y="1386"/>
                  </a:lnTo>
                  <a:lnTo>
                    <a:pt x="3466" y="1040"/>
                  </a:lnTo>
                  <a:lnTo>
                    <a:pt x="3434" y="1040"/>
                  </a:lnTo>
                  <a:cubicBezTo>
                    <a:pt x="3434" y="441"/>
                    <a:pt x="2962" y="0"/>
                    <a:pt x="239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160250" y="3633675"/>
              <a:ext cx="86675" cy="69350"/>
            </a:xfrm>
            <a:custGeom>
              <a:rect b="b" l="l" r="r" t="t"/>
              <a:pathLst>
                <a:path extrusionOk="0" h="2774" w="3467">
                  <a:moveTo>
                    <a:pt x="2112" y="726"/>
                  </a:moveTo>
                  <a:cubicBezTo>
                    <a:pt x="2332" y="726"/>
                    <a:pt x="2458" y="883"/>
                    <a:pt x="2458" y="1072"/>
                  </a:cubicBezTo>
                  <a:cubicBezTo>
                    <a:pt x="2458" y="1261"/>
                    <a:pt x="2332" y="1419"/>
                    <a:pt x="2112" y="1419"/>
                  </a:cubicBezTo>
                  <a:lnTo>
                    <a:pt x="1419" y="1419"/>
                  </a:lnTo>
                  <a:cubicBezTo>
                    <a:pt x="1230" y="1419"/>
                    <a:pt x="1072" y="1261"/>
                    <a:pt x="1072" y="1072"/>
                  </a:cubicBezTo>
                  <a:cubicBezTo>
                    <a:pt x="1072" y="883"/>
                    <a:pt x="1230" y="726"/>
                    <a:pt x="1419" y="726"/>
                  </a:cubicBezTo>
                  <a:close/>
                  <a:moveTo>
                    <a:pt x="1" y="1"/>
                  </a:moveTo>
                  <a:lnTo>
                    <a:pt x="1" y="2773"/>
                  </a:lnTo>
                  <a:lnTo>
                    <a:pt x="3466" y="2773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336675" y="3599025"/>
              <a:ext cx="85875" cy="69350"/>
            </a:xfrm>
            <a:custGeom>
              <a:rect b="b" l="l" r="r" t="t"/>
              <a:pathLst>
                <a:path extrusionOk="0" h="2774" w="3435">
                  <a:moveTo>
                    <a:pt x="1986" y="1387"/>
                  </a:moveTo>
                  <a:cubicBezTo>
                    <a:pt x="2206" y="1387"/>
                    <a:pt x="2364" y="1545"/>
                    <a:pt x="2364" y="1765"/>
                  </a:cubicBezTo>
                  <a:cubicBezTo>
                    <a:pt x="2364" y="1954"/>
                    <a:pt x="2206" y="2112"/>
                    <a:pt x="1986" y="2112"/>
                  </a:cubicBezTo>
                  <a:lnTo>
                    <a:pt x="1293" y="2112"/>
                  </a:lnTo>
                  <a:cubicBezTo>
                    <a:pt x="1104" y="2112"/>
                    <a:pt x="946" y="1954"/>
                    <a:pt x="946" y="1765"/>
                  </a:cubicBezTo>
                  <a:cubicBezTo>
                    <a:pt x="946" y="1545"/>
                    <a:pt x="1104" y="1387"/>
                    <a:pt x="1293" y="1387"/>
                  </a:cubicBezTo>
                  <a:close/>
                  <a:moveTo>
                    <a:pt x="1009" y="1"/>
                  </a:moveTo>
                  <a:cubicBezTo>
                    <a:pt x="410" y="1"/>
                    <a:pt x="1" y="473"/>
                    <a:pt x="1" y="1040"/>
                  </a:cubicBezTo>
                  <a:lnTo>
                    <a:pt x="1" y="2773"/>
                  </a:lnTo>
                  <a:lnTo>
                    <a:pt x="3435" y="2773"/>
                  </a:lnTo>
                  <a:lnTo>
                    <a:pt x="3435" y="1040"/>
                  </a:lnTo>
                  <a:lnTo>
                    <a:pt x="3403" y="1040"/>
                  </a:lnTo>
                  <a:cubicBezTo>
                    <a:pt x="3403" y="442"/>
                    <a:pt x="2931" y="1"/>
                    <a:pt x="239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35100" y="3686450"/>
              <a:ext cx="86675" cy="17350"/>
            </a:xfrm>
            <a:custGeom>
              <a:rect b="b" l="l" r="r" t="t"/>
              <a:pathLst>
                <a:path extrusionOk="0" h="694" w="3467">
                  <a:moveTo>
                    <a:pt x="1" y="1"/>
                  </a:moveTo>
                  <a:lnTo>
                    <a:pt x="1" y="694"/>
                  </a:lnTo>
                  <a:lnTo>
                    <a:pt x="3466" y="694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264225" y="3617150"/>
              <a:ext cx="53575" cy="86650"/>
            </a:xfrm>
            <a:custGeom>
              <a:rect b="b" l="l" r="r" t="t"/>
              <a:pathLst>
                <a:path extrusionOk="0" h="3466" w="2143">
                  <a:moveTo>
                    <a:pt x="1072" y="0"/>
                  </a:moveTo>
                  <a:cubicBezTo>
                    <a:pt x="473" y="0"/>
                    <a:pt x="0" y="441"/>
                    <a:pt x="0" y="1040"/>
                  </a:cubicBezTo>
                  <a:lnTo>
                    <a:pt x="0" y="3466"/>
                  </a:lnTo>
                  <a:lnTo>
                    <a:pt x="2143" y="3466"/>
                  </a:lnTo>
                  <a:lnTo>
                    <a:pt x="2143" y="1040"/>
                  </a:lnTo>
                  <a:cubicBezTo>
                    <a:pt x="2143" y="441"/>
                    <a:pt x="1670" y="0"/>
                    <a:pt x="107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6" name="Google Shape;966;p34"/>
          <p:cNvGrpSpPr/>
          <p:nvPr/>
        </p:nvGrpSpPr>
        <p:grpSpPr>
          <a:xfrm>
            <a:off x="7223659" y="2192338"/>
            <a:ext cx="350995" cy="350049"/>
            <a:chOff x="1310075" y="3253275"/>
            <a:chExt cx="296950" cy="296150"/>
          </a:xfrm>
        </p:grpSpPr>
        <p:sp>
          <p:nvSpPr>
            <p:cNvPr id="967" name="Google Shape;967;p34"/>
            <p:cNvSpPr/>
            <p:nvPr/>
          </p:nvSpPr>
          <p:spPr>
            <a:xfrm>
              <a:off x="1423475" y="33596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1310075" y="3253275"/>
              <a:ext cx="296950" cy="296150"/>
            </a:xfrm>
            <a:custGeom>
              <a:rect b="b" l="l" r="r" t="t"/>
              <a:pathLst>
                <a:path extrusionOk="0" h="11846" w="11878">
                  <a:moveTo>
                    <a:pt x="5923" y="2111"/>
                  </a:moveTo>
                  <a:cubicBezTo>
                    <a:pt x="8003" y="2111"/>
                    <a:pt x="9735" y="3812"/>
                    <a:pt x="9735" y="5923"/>
                  </a:cubicBezTo>
                  <a:cubicBezTo>
                    <a:pt x="9735" y="8034"/>
                    <a:pt x="8034" y="9767"/>
                    <a:pt x="5923" y="9767"/>
                  </a:cubicBezTo>
                  <a:cubicBezTo>
                    <a:pt x="3844" y="9767"/>
                    <a:pt x="2080" y="8065"/>
                    <a:pt x="2080" y="5923"/>
                  </a:cubicBezTo>
                  <a:cubicBezTo>
                    <a:pt x="2111" y="3844"/>
                    <a:pt x="3844" y="2111"/>
                    <a:pt x="5923" y="2111"/>
                  </a:cubicBezTo>
                  <a:close/>
                  <a:moveTo>
                    <a:pt x="5262" y="0"/>
                  </a:moveTo>
                  <a:cubicBezTo>
                    <a:pt x="5104" y="0"/>
                    <a:pt x="4947" y="95"/>
                    <a:pt x="4884" y="252"/>
                  </a:cubicBezTo>
                  <a:lnTo>
                    <a:pt x="4726" y="1166"/>
                  </a:lnTo>
                  <a:cubicBezTo>
                    <a:pt x="4253" y="1292"/>
                    <a:pt x="3844" y="1481"/>
                    <a:pt x="3434" y="1733"/>
                  </a:cubicBezTo>
                  <a:lnTo>
                    <a:pt x="2678" y="1197"/>
                  </a:lnTo>
                  <a:cubicBezTo>
                    <a:pt x="2641" y="1160"/>
                    <a:pt x="2584" y="1142"/>
                    <a:pt x="2523" y="1142"/>
                  </a:cubicBezTo>
                  <a:cubicBezTo>
                    <a:pt x="2429" y="1142"/>
                    <a:pt x="2326" y="1184"/>
                    <a:pt x="2269" y="1260"/>
                  </a:cubicBezTo>
                  <a:lnTo>
                    <a:pt x="1260" y="2237"/>
                  </a:lnTo>
                  <a:cubicBezTo>
                    <a:pt x="1166" y="2363"/>
                    <a:pt x="1166" y="2552"/>
                    <a:pt x="1229" y="2678"/>
                  </a:cubicBezTo>
                  <a:lnTo>
                    <a:pt x="1733" y="3403"/>
                  </a:lnTo>
                  <a:cubicBezTo>
                    <a:pt x="1512" y="3812"/>
                    <a:pt x="1323" y="4253"/>
                    <a:pt x="1197" y="4726"/>
                  </a:cubicBezTo>
                  <a:lnTo>
                    <a:pt x="284" y="4883"/>
                  </a:lnTo>
                  <a:cubicBezTo>
                    <a:pt x="126" y="4915"/>
                    <a:pt x="0" y="5041"/>
                    <a:pt x="0" y="5230"/>
                  </a:cubicBezTo>
                  <a:lnTo>
                    <a:pt x="0" y="6616"/>
                  </a:lnTo>
                  <a:cubicBezTo>
                    <a:pt x="0" y="6805"/>
                    <a:pt x="126" y="6963"/>
                    <a:pt x="284" y="6963"/>
                  </a:cubicBezTo>
                  <a:lnTo>
                    <a:pt x="1197" y="7120"/>
                  </a:lnTo>
                  <a:cubicBezTo>
                    <a:pt x="1292" y="7593"/>
                    <a:pt x="1512" y="8002"/>
                    <a:pt x="1733" y="8412"/>
                  </a:cubicBezTo>
                  <a:lnTo>
                    <a:pt x="1229" y="9168"/>
                  </a:lnTo>
                  <a:cubicBezTo>
                    <a:pt x="1103" y="9263"/>
                    <a:pt x="1166" y="9483"/>
                    <a:pt x="1260" y="9578"/>
                  </a:cubicBezTo>
                  <a:lnTo>
                    <a:pt x="2269" y="10586"/>
                  </a:lnTo>
                  <a:cubicBezTo>
                    <a:pt x="2321" y="10638"/>
                    <a:pt x="2411" y="10661"/>
                    <a:pt x="2497" y="10661"/>
                  </a:cubicBezTo>
                  <a:cubicBezTo>
                    <a:pt x="2568" y="10661"/>
                    <a:pt x="2636" y="10646"/>
                    <a:pt x="2678" y="10617"/>
                  </a:cubicBezTo>
                  <a:lnTo>
                    <a:pt x="3434" y="10113"/>
                  </a:lnTo>
                  <a:cubicBezTo>
                    <a:pt x="3844" y="10334"/>
                    <a:pt x="4253" y="10554"/>
                    <a:pt x="4726" y="10649"/>
                  </a:cubicBezTo>
                  <a:lnTo>
                    <a:pt x="4884" y="11562"/>
                  </a:lnTo>
                  <a:cubicBezTo>
                    <a:pt x="4947" y="11720"/>
                    <a:pt x="5041" y="11846"/>
                    <a:pt x="5262" y="11846"/>
                  </a:cubicBezTo>
                  <a:lnTo>
                    <a:pt x="6616" y="11846"/>
                  </a:lnTo>
                  <a:cubicBezTo>
                    <a:pt x="6774" y="11846"/>
                    <a:pt x="6931" y="11720"/>
                    <a:pt x="6994" y="11562"/>
                  </a:cubicBezTo>
                  <a:lnTo>
                    <a:pt x="7152" y="10649"/>
                  </a:lnTo>
                  <a:cubicBezTo>
                    <a:pt x="7624" y="10523"/>
                    <a:pt x="8034" y="10334"/>
                    <a:pt x="8444" y="10113"/>
                  </a:cubicBezTo>
                  <a:lnTo>
                    <a:pt x="9200" y="10617"/>
                  </a:lnTo>
                  <a:cubicBezTo>
                    <a:pt x="9242" y="10646"/>
                    <a:pt x="9310" y="10661"/>
                    <a:pt x="9381" y="10661"/>
                  </a:cubicBezTo>
                  <a:cubicBezTo>
                    <a:pt x="9467" y="10661"/>
                    <a:pt x="9557" y="10638"/>
                    <a:pt x="9609" y="10586"/>
                  </a:cubicBezTo>
                  <a:lnTo>
                    <a:pt x="10617" y="9578"/>
                  </a:lnTo>
                  <a:cubicBezTo>
                    <a:pt x="10712" y="9483"/>
                    <a:pt x="10712" y="9263"/>
                    <a:pt x="10649" y="9168"/>
                  </a:cubicBezTo>
                  <a:lnTo>
                    <a:pt x="10145" y="8412"/>
                  </a:lnTo>
                  <a:cubicBezTo>
                    <a:pt x="10365" y="8002"/>
                    <a:pt x="10554" y="7593"/>
                    <a:pt x="10680" y="7120"/>
                  </a:cubicBezTo>
                  <a:lnTo>
                    <a:pt x="11594" y="6963"/>
                  </a:lnTo>
                  <a:cubicBezTo>
                    <a:pt x="11752" y="6900"/>
                    <a:pt x="11878" y="6805"/>
                    <a:pt x="11878" y="6616"/>
                  </a:cubicBezTo>
                  <a:lnTo>
                    <a:pt x="11878" y="5230"/>
                  </a:lnTo>
                  <a:cubicBezTo>
                    <a:pt x="11878" y="5072"/>
                    <a:pt x="11752" y="4915"/>
                    <a:pt x="11594" y="4883"/>
                  </a:cubicBezTo>
                  <a:lnTo>
                    <a:pt x="10680" y="4726"/>
                  </a:lnTo>
                  <a:cubicBezTo>
                    <a:pt x="10554" y="4253"/>
                    <a:pt x="10365" y="3812"/>
                    <a:pt x="10145" y="3403"/>
                  </a:cubicBezTo>
                  <a:lnTo>
                    <a:pt x="10649" y="2678"/>
                  </a:lnTo>
                  <a:cubicBezTo>
                    <a:pt x="10775" y="2552"/>
                    <a:pt x="10712" y="2363"/>
                    <a:pt x="10617" y="2237"/>
                  </a:cubicBezTo>
                  <a:lnTo>
                    <a:pt x="9609" y="1260"/>
                  </a:lnTo>
                  <a:cubicBezTo>
                    <a:pt x="9554" y="1187"/>
                    <a:pt x="9455" y="1156"/>
                    <a:pt x="9364" y="1156"/>
                  </a:cubicBezTo>
                  <a:cubicBezTo>
                    <a:pt x="9300" y="1156"/>
                    <a:pt x="9239" y="1171"/>
                    <a:pt x="9200" y="1197"/>
                  </a:cubicBezTo>
                  <a:lnTo>
                    <a:pt x="8444" y="1733"/>
                  </a:lnTo>
                  <a:cubicBezTo>
                    <a:pt x="8034" y="1481"/>
                    <a:pt x="7624" y="1292"/>
                    <a:pt x="7152" y="1166"/>
                  </a:cubicBezTo>
                  <a:lnTo>
                    <a:pt x="6994" y="252"/>
                  </a:lnTo>
                  <a:cubicBezTo>
                    <a:pt x="6931" y="95"/>
                    <a:pt x="6837" y="0"/>
                    <a:pt x="661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1399850" y="3426550"/>
              <a:ext cx="116600" cy="52800"/>
            </a:xfrm>
            <a:custGeom>
              <a:rect b="b" l="l" r="r" t="t"/>
              <a:pathLst>
                <a:path extrusionOk="0" h="2112" w="4664">
                  <a:moveTo>
                    <a:pt x="725" y="0"/>
                  </a:moveTo>
                  <a:cubicBezTo>
                    <a:pt x="410" y="252"/>
                    <a:pt x="127" y="662"/>
                    <a:pt x="1" y="1103"/>
                  </a:cubicBezTo>
                  <a:cubicBezTo>
                    <a:pt x="599" y="1733"/>
                    <a:pt x="1387" y="2111"/>
                    <a:pt x="2332" y="2111"/>
                  </a:cubicBezTo>
                  <a:cubicBezTo>
                    <a:pt x="3246" y="2111"/>
                    <a:pt x="4065" y="1733"/>
                    <a:pt x="4664" y="1103"/>
                  </a:cubicBezTo>
                  <a:cubicBezTo>
                    <a:pt x="4538" y="662"/>
                    <a:pt x="4254" y="252"/>
                    <a:pt x="3939" y="0"/>
                  </a:cubicBezTo>
                  <a:cubicBezTo>
                    <a:pt x="3561" y="473"/>
                    <a:pt x="2994" y="788"/>
                    <a:pt x="2332" y="788"/>
                  </a:cubicBezTo>
                  <a:cubicBezTo>
                    <a:pt x="1702" y="788"/>
                    <a:pt x="1103" y="473"/>
                    <a:pt x="72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0" name="Google Shape;970;p34"/>
          <p:cNvSpPr/>
          <p:nvPr/>
        </p:nvSpPr>
        <p:spPr>
          <a:xfrm>
            <a:off x="7225080" y="2634426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1" name="Google Shape;971;p34"/>
          <p:cNvGrpSpPr/>
          <p:nvPr/>
        </p:nvGrpSpPr>
        <p:grpSpPr>
          <a:xfrm>
            <a:off x="7223186" y="3078597"/>
            <a:ext cx="351941" cy="351675"/>
            <a:chOff x="1310075" y="3980250"/>
            <a:chExt cx="297750" cy="297525"/>
          </a:xfrm>
        </p:grpSpPr>
        <p:sp>
          <p:nvSpPr>
            <p:cNvPr id="972" name="Google Shape;972;p34"/>
            <p:cNvSpPr/>
            <p:nvPr/>
          </p:nvSpPr>
          <p:spPr>
            <a:xfrm>
              <a:off x="1310075" y="3980250"/>
              <a:ext cx="297750" cy="297525"/>
            </a:xfrm>
            <a:custGeom>
              <a:rect b="b" l="l" r="r" t="t"/>
              <a:pathLst>
                <a:path extrusionOk="0" h="11901" w="11910">
                  <a:moveTo>
                    <a:pt x="3844" y="4946"/>
                  </a:moveTo>
                  <a:cubicBezTo>
                    <a:pt x="4033" y="4946"/>
                    <a:pt x="4190" y="5104"/>
                    <a:pt x="4190" y="5293"/>
                  </a:cubicBezTo>
                  <a:lnTo>
                    <a:pt x="4190" y="6679"/>
                  </a:lnTo>
                  <a:cubicBezTo>
                    <a:pt x="4190" y="6868"/>
                    <a:pt x="4033" y="7026"/>
                    <a:pt x="3844" y="7026"/>
                  </a:cubicBezTo>
                  <a:lnTo>
                    <a:pt x="2458" y="7026"/>
                  </a:lnTo>
                  <a:cubicBezTo>
                    <a:pt x="2269" y="7026"/>
                    <a:pt x="2111" y="6868"/>
                    <a:pt x="2111" y="6679"/>
                  </a:cubicBezTo>
                  <a:lnTo>
                    <a:pt x="2111" y="5293"/>
                  </a:lnTo>
                  <a:cubicBezTo>
                    <a:pt x="2111" y="5104"/>
                    <a:pt x="2269" y="4946"/>
                    <a:pt x="2458" y="4946"/>
                  </a:cubicBezTo>
                  <a:close/>
                  <a:moveTo>
                    <a:pt x="6616" y="3560"/>
                  </a:moveTo>
                  <a:cubicBezTo>
                    <a:pt x="6837" y="3560"/>
                    <a:pt x="6994" y="3718"/>
                    <a:pt x="6994" y="3907"/>
                  </a:cubicBezTo>
                  <a:lnTo>
                    <a:pt x="6994" y="6679"/>
                  </a:lnTo>
                  <a:cubicBezTo>
                    <a:pt x="6994" y="6868"/>
                    <a:pt x="6837" y="7026"/>
                    <a:pt x="6616" y="7026"/>
                  </a:cubicBezTo>
                  <a:lnTo>
                    <a:pt x="5262" y="7026"/>
                  </a:lnTo>
                  <a:cubicBezTo>
                    <a:pt x="5041" y="7026"/>
                    <a:pt x="4884" y="6868"/>
                    <a:pt x="4884" y="6679"/>
                  </a:cubicBezTo>
                  <a:lnTo>
                    <a:pt x="4884" y="3907"/>
                  </a:lnTo>
                  <a:cubicBezTo>
                    <a:pt x="4884" y="3718"/>
                    <a:pt x="5041" y="3560"/>
                    <a:pt x="5262" y="3560"/>
                  </a:cubicBezTo>
                  <a:close/>
                  <a:moveTo>
                    <a:pt x="9389" y="2174"/>
                  </a:moveTo>
                  <a:cubicBezTo>
                    <a:pt x="9578" y="2174"/>
                    <a:pt x="9735" y="2331"/>
                    <a:pt x="9735" y="2520"/>
                  </a:cubicBezTo>
                  <a:lnTo>
                    <a:pt x="9735" y="6679"/>
                  </a:lnTo>
                  <a:cubicBezTo>
                    <a:pt x="9735" y="6868"/>
                    <a:pt x="9578" y="7026"/>
                    <a:pt x="9389" y="7026"/>
                  </a:cubicBezTo>
                  <a:lnTo>
                    <a:pt x="8003" y="7026"/>
                  </a:lnTo>
                  <a:cubicBezTo>
                    <a:pt x="7813" y="7026"/>
                    <a:pt x="7656" y="6868"/>
                    <a:pt x="7656" y="6679"/>
                  </a:cubicBezTo>
                  <a:lnTo>
                    <a:pt x="7656" y="2520"/>
                  </a:lnTo>
                  <a:cubicBezTo>
                    <a:pt x="7656" y="2331"/>
                    <a:pt x="7813" y="2174"/>
                    <a:pt x="8003" y="2174"/>
                  </a:cubicBezTo>
                  <a:close/>
                  <a:moveTo>
                    <a:pt x="5577" y="8412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412"/>
                  </a:lnTo>
                  <a:close/>
                  <a:moveTo>
                    <a:pt x="6396" y="8412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412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78"/>
                  </a:cubicBezTo>
                  <a:lnTo>
                    <a:pt x="5608" y="725"/>
                  </a:lnTo>
                  <a:lnTo>
                    <a:pt x="347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47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58" y="7719"/>
                    <a:pt x="0" y="7876"/>
                    <a:pt x="0" y="8097"/>
                  </a:cubicBezTo>
                  <a:cubicBezTo>
                    <a:pt x="0" y="8286"/>
                    <a:pt x="158" y="8443"/>
                    <a:pt x="378" y="8443"/>
                  </a:cubicBezTo>
                  <a:lnTo>
                    <a:pt x="4726" y="8443"/>
                  </a:lnTo>
                  <a:lnTo>
                    <a:pt x="3560" y="11436"/>
                  </a:lnTo>
                  <a:cubicBezTo>
                    <a:pt x="3466" y="11625"/>
                    <a:pt x="3560" y="11814"/>
                    <a:pt x="3749" y="11877"/>
                  </a:cubicBezTo>
                  <a:cubicBezTo>
                    <a:pt x="3788" y="11893"/>
                    <a:pt x="3831" y="11901"/>
                    <a:pt x="3876" y="11901"/>
                  </a:cubicBezTo>
                  <a:cubicBezTo>
                    <a:pt x="4016" y="11901"/>
                    <a:pt x="4167" y="11824"/>
                    <a:pt x="4190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44" y="11184"/>
                    <a:pt x="6301" y="11027"/>
                    <a:pt x="6301" y="10838"/>
                  </a:cubicBezTo>
                  <a:lnTo>
                    <a:pt x="6301" y="9830"/>
                  </a:lnTo>
                  <a:lnTo>
                    <a:pt x="6994" y="9830"/>
                  </a:lnTo>
                  <a:lnTo>
                    <a:pt x="7719" y="11657"/>
                  </a:lnTo>
                  <a:cubicBezTo>
                    <a:pt x="7791" y="11824"/>
                    <a:pt x="7916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49" y="11783"/>
                    <a:pt x="8444" y="11594"/>
                    <a:pt x="8349" y="11436"/>
                  </a:cubicBezTo>
                  <a:lnTo>
                    <a:pt x="7183" y="8443"/>
                  </a:lnTo>
                  <a:lnTo>
                    <a:pt x="11531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31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31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31" y="725"/>
                  </a:cubicBezTo>
                  <a:lnTo>
                    <a:pt x="6301" y="725"/>
                  </a:lnTo>
                  <a:lnTo>
                    <a:pt x="6301" y="378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1449475" y="4086575"/>
              <a:ext cx="17350" cy="52000"/>
            </a:xfrm>
            <a:custGeom>
              <a:rect b="b" l="l" r="r" t="t"/>
              <a:pathLst>
                <a:path extrusionOk="0" h="2080" w="694">
                  <a:moveTo>
                    <a:pt x="1" y="0"/>
                  </a:moveTo>
                  <a:lnTo>
                    <a:pt x="1" y="2080"/>
                  </a:lnTo>
                  <a:lnTo>
                    <a:pt x="694" y="2080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1380175" y="412122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0" y="0"/>
                  </a:moveTo>
                  <a:lnTo>
                    <a:pt x="0" y="694"/>
                  </a:lnTo>
                  <a:lnTo>
                    <a:pt x="693" y="694"/>
                  </a:lnTo>
                  <a:lnTo>
                    <a:pt x="693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1518800" y="4051925"/>
              <a:ext cx="18125" cy="86650"/>
            </a:xfrm>
            <a:custGeom>
              <a:rect b="b" l="l" r="r" t="t"/>
              <a:pathLst>
                <a:path extrusionOk="0" h="3466" w="725">
                  <a:moveTo>
                    <a:pt x="0" y="0"/>
                  </a:moveTo>
                  <a:lnTo>
                    <a:pt x="0" y="3466"/>
                  </a:lnTo>
                  <a:lnTo>
                    <a:pt x="725" y="346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6" name="Google Shape;976;p34"/>
          <p:cNvGrpSpPr/>
          <p:nvPr/>
        </p:nvGrpSpPr>
        <p:grpSpPr>
          <a:xfrm>
            <a:off x="9487975" y="2192796"/>
            <a:ext cx="266305" cy="349133"/>
            <a:chOff x="3167275" y="3227275"/>
            <a:chExt cx="225300" cy="295375"/>
          </a:xfrm>
        </p:grpSpPr>
        <p:sp>
          <p:nvSpPr>
            <p:cNvPr id="977" name="Google Shape;977;p34"/>
            <p:cNvSpPr/>
            <p:nvPr/>
          </p:nvSpPr>
          <p:spPr>
            <a:xfrm>
              <a:off x="3167275" y="3227275"/>
              <a:ext cx="225300" cy="207950"/>
            </a:xfrm>
            <a:custGeom>
              <a:rect b="b" l="l" r="r" t="t"/>
              <a:pathLst>
                <a:path extrusionOk="0" h="8318" w="9012">
                  <a:moveTo>
                    <a:pt x="4538" y="1"/>
                  </a:moveTo>
                  <a:cubicBezTo>
                    <a:pt x="2112" y="1"/>
                    <a:pt x="1" y="1985"/>
                    <a:pt x="32" y="4537"/>
                  </a:cubicBezTo>
                  <a:cubicBezTo>
                    <a:pt x="32" y="5860"/>
                    <a:pt x="631" y="7184"/>
                    <a:pt x="1797" y="8066"/>
                  </a:cubicBezTo>
                  <a:cubicBezTo>
                    <a:pt x="1923" y="8192"/>
                    <a:pt x="2017" y="8223"/>
                    <a:pt x="2049" y="8318"/>
                  </a:cubicBezTo>
                  <a:lnTo>
                    <a:pt x="4160" y="8318"/>
                  </a:lnTo>
                  <a:lnTo>
                    <a:pt x="4160" y="6900"/>
                  </a:lnTo>
                  <a:lnTo>
                    <a:pt x="2427" y="6900"/>
                  </a:lnTo>
                  <a:cubicBezTo>
                    <a:pt x="2238" y="6900"/>
                    <a:pt x="2080" y="6743"/>
                    <a:pt x="2080" y="6554"/>
                  </a:cubicBezTo>
                  <a:lnTo>
                    <a:pt x="2080" y="5829"/>
                  </a:lnTo>
                  <a:cubicBezTo>
                    <a:pt x="2080" y="4852"/>
                    <a:pt x="2679" y="4033"/>
                    <a:pt x="3498" y="3624"/>
                  </a:cubicBezTo>
                  <a:cubicBezTo>
                    <a:pt x="3277" y="3403"/>
                    <a:pt x="3151" y="3088"/>
                    <a:pt x="3151" y="2678"/>
                  </a:cubicBezTo>
                  <a:cubicBezTo>
                    <a:pt x="3151" y="1922"/>
                    <a:pt x="3782" y="1292"/>
                    <a:pt x="4538" y="1292"/>
                  </a:cubicBezTo>
                  <a:cubicBezTo>
                    <a:pt x="5262" y="1292"/>
                    <a:pt x="5892" y="1922"/>
                    <a:pt x="5892" y="2678"/>
                  </a:cubicBezTo>
                  <a:cubicBezTo>
                    <a:pt x="5892" y="3025"/>
                    <a:pt x="5735" y="3340"/>
                    <a:pt x="5546" y="3624"/>
                  </a:cubicBezTo>
                  <a:cubicBezTo>
                    <a:pt x="6365" y="4033"/>
                    <a:pt x="6964" y="4852"/>
                    <a:pt x="6964" y="5829"/>
                  </a:cubicBezTo>
                  <a:lnTo>
                    <a:pt x="6964" y="6554"/>
                  </a:lnTo>
                  <a:cubicBezTo>
                    <a:pt x="6964" y="6743"/>
                    <a:pt x="6806" y="6900"/>
                    <a:pt x="6617" y="6900"/>
                  </a:cubicBezTo>
                  <a:lnTo>
                    <a:pt x="4884" y="6900"/>
                  </a:lnTo>
                  <a:lnTo>
                    <a:pt x="4884" y="8318"/>
                  </a:lnTo>
                  <a:lnTo>
                    <a:pt x="6995" y="8318"/>
                  </a:lnTo>
                  <a:cubicBezTo>
                    <a:pt x="7027" y="8286"/>
                    <a:pt x="7121" y="8192"/>
                    <a:pt x="7247" y="8129"/>
                  </a:cubicBezTo>
                  <a:cubicBezTo>
                    <a:pt x="8413" y="7184"/>
                    <a:pt x="9011" y="5829"/>
                    <a:pt x="9011" y="4506"/>
                  </a:cubicBezTo>
                  <a:cubicBezTo>
                    <a:pt x="9011" y="2017"/>
                    <a:pt x="6995" y="1"/>
                    <a:pt x="453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3262600" y="3278475"/>
              <a:ext cx="35450" cy="35475"/>
            </a:xfrm>
            <a:custGeom>
              <a:rect b="b" l="l" r="r" t="t"/>
              <a:pathLst>
                <a:path extrusionOk="0" h="1419" w="1418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3220050" y="3452525"/>
              <a:ext cx="121325" cy="35475"/>
            </a:xfrm>
            <a:custGeom>
              <a:rect b="b" l="l" r="r" t="t"/>
              <a:pathLst>
                <a:path extrusionOk="0" h="1419" w="4853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73" y="1419"/>
                    <a:pt x="1040" y="1419"/>
                  </a:cubicBezTo>
                  <a:lnTo>
                    <a:pt x="3781" y="1419"/>
                  </a:lnTo>
                  <a:cubicBezTo>
                    <a:pt x="4380" y="1419"/>
                    <a:pt x="4853" y="946"/>
                    <a:pt x="4853" y="34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3237375" y="3332025"/>
              <a:ext cx="86675" cy="52000"/>
            </a:xfrm>
            <a:custGeom>
              <a:rect b="b" l="l" r="r" t="t"/>
              <a:pathLst>
                <a:path extrusionOk="0" h="2080" w="3467">
                  <a:moveTo>
                    <a:pt x="1734" y="1"/>
                  </a:moveTo>
                  <a:cubicBezTo>
                    <a:pt x="789" y="1"/>
                    <a:pt x="1" y="725"/>
                    <a:pt x="1" y="1733"/>
                  </a:cubicBezTo>
                  <a:lnTo>
                    <a:pt x="1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3237375" y="3505300"/>
              <a:ext cx="87450" cy="17350"/>
            </a:xfrm>
            <a:custGeom>
              <a:rect b="b" l="l" r="r" t="t"/>
              <a:pathLst>
                <a:path extrusionOk="0" h="694" w="3498">
                  <a:moveTo>
                    <a:pt x="32" y="1"/>
                  </a:moveTo>
                  <a:cubicBezTo>
                    <a:pt x="1" y="379"/>
                    <a:pt x="284" y="694"/>
                    <a:pt x="694" y="694"/>
                  </a:cubicBezTo>
                  <a:lnTo>
                    <a:pt x="2773" y="694"/>
                  </a:lnTo>
                  <a:cubicBezTo>
                    <a:pt x="3183" y="694"/>
                    <a:pt x="3498" y="379"/>
                    <a:pt x="349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2" name="Google Shape;982;p34"/>
          <p:cNvSpPr/>
          <p:nvPr/>
        </p:nvSpPr>
        <p:spPr>
          <a:xfrm>
            <a:off x="9437313" y="2632682"/>
            <a:ext cx="367779" cy="350758"/>
          </a:xfrm>
          <a:custGeom>
            <a:rect b="b" l="l" r="r" t="t"/>
            <a:pathLst>
              <a:path extrusionOk="0" h="11870" w="12446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3" name="Google Shape;983;p34"/>
          <p:cNvGrpSpPr/>
          <p:nvPr/>
        </p:nvGrpSpPr>
        <p:grpSpPr>
          <a:xfrm>
            <a:off x="9445157" y="3079853"/>
            <a:ext cx="351940" cy="349163"/>
            <a:chOff x="3133425" y="3955025"/>
            <a:chExt cx="297750" cy="295400"/>
          </a:xfrm>
        </p:grpSpPr>
        <p:sp>
          <p:nvSpPr>
            <p:cNvPr id="984" name="Google Shape;984;p34"/>
            <p:cNvSpPr/>
            <p:nvPr/>
          </p:nvSpPr>
          <p:spPr>
            <a:xfrm>
              <a:off x="3133425" y="4058225"/>
              <a:ext cx="297750" cy="192200"/>
            </a:xfrm>
            <a:custGeom>
              <a:rect b="b" l="l" r="r" t="t"/>
              <a:pathLst>
                <a:path extrusionOk="0" h="7688" w="11910">
                  <a:moveTo>
                    <a:pt x="5923" y="0"/>
                  </a:moveTo>
                  <a:cubicBezTo>
                    <a:pt x="5325" y="0"/>
                    <a:pt x="4821" y="347"/>
                    <a:pt x="4631" y="914"/>
                  </a:cubicBezTo>
                  <a:cubicBezTo>
                    <a:pt x="4505" y="1166"/>
                    <a:pt x="4505" y="1449"/>
                    <a:pt x="4568" y="1764"/>
                  </a:cubicBezTo>
                  <a:cubicBezTo>
                    <a:pt x="4884" y="1922"/>
                    <a:pt x="5199" y="2016"/>
                    <a:pt x="5577" y="2048"/>
                  </a:cubicBezTo>
                  <a:lnTo>
                    <a:pt x="5577" y="2741"/>
                  </a:lnTo>
                  <a:lnTo>
                    <a:pt x="2458" y="2741"/>
                  </a:lnTo>
                  <a:cubicBezTo>
                    <a:pt x="1859" y="2741"/>
                    <a:pt x="1418" y="3214"/>
                    <a:pt x="1418" y="3781"/>
                  </a:cubicBezTo>
                  <a:lnTo>
                    <a:pt x="1418" y="4190"/>
                  </a:lnTo>
                  <a:cubicBezTo>
                    <a:pt x="630" y="4316"/>
                    <a:pt x="0" y="5041"/>
                    <a:pt x="0" y="5891"/>
                  </a:cubicBezTo>
                  <a:cubicBezTo>
                    <a:pt x="0" y="6837"/>
                    <a:pt x="788" y="7687"/>
                    <a:pt x="1765" y="7687"/>
                  </a:cubicBezTo>
                  <a:cubicBezTo>
                    <a:pt x="2710" y="7687"/>
                    <a:pt x="3497" y="6900"/>
                    <a:pt x="3497" y="5891"/>
                  </a:cubicBezTo>
                  <a:cubicBezTo>
                    <a:pt x="3497" y="5072"/>
                    <a:pt x="2930" y="4316"/>
                    <a:pt x="2143" y="4190"/>
                  </a:cubicBezTo>
                  <a:lnTo>
                    <a:pt x="2143" y="3781"/>
                  </a:lnTo>
                  <a:cubicBezTo>
                    <a:pt x="2143" y="3592"/>
                    <a:pt x="2300" y="3434"/>
                    <a:pt x="2489" y="3434"/>
                  </a:cubicBezTo>
                  <a:lnTo>
                    <a:pt x="5608" y="3434"/>
                  </a:lnTo>
                  <a:lnTo>
                    <a:pt x="5608" y="4127"/>
                  </a:lnTo>
                  <a:cubicBezTo>
                    <a:pt x="4821" y="4285"/>
                    <a:pt x="4222" y="5009"/>
                    <a:pt x="4222" y="5860"/>
                  </a:cubicBezTo>
                  <a:cubicBezTo>
                    <a:pt x="4222" y="6805"/>
                    <a:pt x="5010" y="7656"/>
                    <a:pt x="5955" y="7656"/>
                  </a:cubicBezTo>
                  <a:cubicBezTo>
                    <a:pt x="6900" y="7656"/>
                    <a:pt x="7687" y="6868"/>
                    <a:pt x="7687" y="5860"/>
                  </a:cubicBezTo>
                  <a:cubicBezTo>
                    <a:pt x="7687" y="5041"/>
                    <a:pt x="7089" y="4285"/>
                    <a:pt x="6301" y="4127"/>
                  </a:cubicBezTo>
                  <a:lnTo>
                    <a:pt x="6301" y="3434"/>
                  </a:lnTo>
                  <a:lnTo>
                    <a:pt x="9452" y="3434"/>
                  </a:lnTo>
                  <a:cubicBezTo>
                    <a:pt x="9641" y="3434"/>
                    <a:pt x="9798" y="3592"/>
                    <a:pt x="9798" y="3781"/>
                  </a:cubicBezTo>
                  <a:lnTo>
                    <a:pt x="9798" y="4190"/>
                  </a:lnTo>
                  <a:cubicBezTo>
                    <a:pt x="9011" y="4316"/>
                    <a:pt x="8444" y="5041"/>
                    <a:pt x="8444" y="5891"/>
                  </a:cubicBezTo>
                  <a:cubicBezTo>
                    <a:pt x="8444" y="6837"/>
                    <a:pt x="9231" y="7687"/>
                    <a:pt x="10176" y="7687"/>
                  </a:cubicBezTo>
                  <a:cubicBezTo>
                    <a:pt x="11121" y="7687"/>
                    <a:pt x="11909" y="6900"/>
                    <a:pt x="11909" y="5891"/>
                  </a:cubicBezTo>
                  <a:cubicBezTo>
                    <a:pt x="11783" y="5135"/>
                    <a:pt x="11185" y="4379"/>
                    <a:pt x="10397" y="4222"/>
                  </a:cubicBezTo>
                  <a:lnTo>
                    <a:pt x="10397" y="3812"/>
                  </a:lnTo>
                  <a:cubicBezTo>
                    <a:pt x="10397" y="3245"/>
                    <a:pt x="9924" y="2804"/>
                    <a:pt x="9389" y="2804"/>
                  </a:cubicBezTo>
                  <a:lnTo>
                    <a:pt x="6238" y="2804"/>
                  </a:lnTo>
                  <a:lnTo>
                    <a:pt x="6238" y="2079"/>
                  </a:lnTo>
                  <a:cubicBezTo>
                    <a:pt x="6585" y="2048"/>
                    <a:pt x="6900" y="1922"/>
                    <a:pt x="7215" y="1827"/>
                  </a:cubicBezTo>
                  <a:cubicBezTo>
                    <a:pt x="7341" y="1418"/>
                    <a:pt x="7246" y="977"/>
                    <a:pt x="7057" y="630"/>
                  </a:cubicBezTo>
                  <a:cubicBezTo>
                    <a:pt x="6774" y="221"/>
                    <a:pt x="6396" y="0"/>
                    <a:pt x="592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3263375" y="40070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284" y="0"/>
                    <a:pt x="1" y="315"/>
                    <a:pt x="1" y="725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3203525" y="3955025"/>
              <a:ext cx="155175" cy="135500"/>
            </a:xfrm>
            <a:custGeom>
              <a:rect b="b" l="l" r="r" t="t"/>
              <a:pathLst>
                <a:path extrusionOk="0" h="5420" w="6207">
                  <a:moveTo>
                    <a:pt x="3119" y="1"/>
                  </a:moveTo>
                  <a:cubicBezTo>
                    <a:pt x="1386" y="1"/>
                    <a:pt x="0" y="1387"/>
                    <a:pt x="0" y="3120"/>
                  </a:cubicBezTo>
                  <a:cubicBezTo>
                    <a:pt x="0" y="4002"/>
                    <a:pt x="410" y="4853"/>
                    <a:pt x="1071" y="5420"/>
                  </a:cubicBezTo>
                  <a:cubicBezTo>
                    <a:pt x="1071" y="5231"/>
                    <a:pt x="1103" y="5042"/>
                    <a:pt x="1197" y="4853"/>
                  </a:cubicBezTo>
                  <a:cubicBezTo>
                    <a:pt x="1323" y="4380"/>
                    <a:pt x="1701" y="3971"/>
                    <a:pt x="2111" y="3750"/>
                  </a:cubicBezTo>
                  <a:cubicBezTo>
                    <a:pt x="1890" y="3498"/>
                    <a:pt x="1733" y="3151"/>
                    <a:pt x="1733" y="2805"/>
                  </a:cubicBezTo>
                  <a:cubicBezTo>
                    <a:pt x="1733" y="2049"/>
                    <a:pt x="2363" y="1419"/>
                    <a:pt x="3119" y="1419"/>
                  </a:cubicBezTo>
                  <a:cubicBezTo>
                    <a:pt x="3844" y="1419"/>
                    <a:pt x="4474" y="2049"/>
                    <a:pt x="4474" y="2805"/>
                  </a:cubicBezTo>
                  <a:cubicBezTo>
                    <a:pt x="4474" y="3151"/>
                    <a:pt x="4348" y="3498"/>
                    <a:pt x="4096" y="3750"/>
                  </a:cubicBezTo>
                  <a:cubicBezTo>
                    <a:pt x="4379" y="3876"/>
                    <a:pt x="4600" y="4097"/>
                    <a:pt x="4789" y="4380"/>
                  </a:cubicBezTo>
                  <a:cubicBezTo>
                    <a:pt x="5009" y="4695"/>
                    <a:pt x="5135" y="5042"/>
                    <a:pt x="5167" y="5420"/>
                  </a:cubicBezTo>
                  <a:cubicBezTo>
                    <a:pt x="5797" y="4853"/>
                    <a:pt x="6207" y="4065"/>
                    <a:pt x="6207" y="3120"/>
                  </a:cubicBezTo>
                  <a:cubicBezTo>
                    <a:pt x="6207" y="1387"/>
                    <a:pt x="4852" y="1"/>
                    <a:pt x="311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7" name="Google Shape;987;p34"/>
          <p:cNvGrpSpPr/>
          <p:nvPr/>
        </p:nvGrpSpPr>
        <p:grpSpPr>
          <a:xfrm>
            <a:off x="8125330" y="3543441"/>
            <a:ext cx="350079" cy="351320"/>
            <a:chOff x="4991425" y="3234750"/>
            <a:chExt cx="296175" cy="297225"/>
          </a:xfrm>
        </p:grpSpPr>
        <p:sp>
          <p:nvSpPr>
            <p:cNvPr id="988" name="Google Shape;988;p34"/>
            <p:cNvSpPr/>
            <p:nvPr/>
          </p:nvSpPr>
          <p:spPr>
            <a:xfrm>
              <a:off x="5077275" y="3304450"/>
              <a:ext cx="122100" cy="99275"/>
            </a:xfrm>
            <a:custGeom>
              <a:rect b="b" l="l" r="r" t="t"/>
              <a:pathLst>
                <a:path extrusionOk="0" h="3971" w="4884">
                  <a:moveTo>
                    <a:pt x="2426" y="1"/>
                  </a:moveTo>
                  <a:cubicBezTo>
                    <a:pt x="1103" y="1"/>
                    <a:pt x="0" y="1104"/>
                    <a:pt x="0" y="2427"/>
                  </a:cubicBezTo>
                  <a:cubicBezTo>
                    <a:pt x="0" y="3025"/>
                    <a:pt x="190" y="3530"/>
                    <a:pt x="536" y="3971"/>
                  </a:cubicBezTo>
                  <a:cubicBezTo>
                    <a:pt x="820" y="3624"/>
                    <a:pt x="1103" y="3309"/>
                    <a:pt x="1481" y="3057"/>
                  </a:cubicBezTo>
                  <a:cubicBezTo>
                    <a:pt x="1261" y="2805"/>
                    <a:pt x="1103" y="2458"/>
                    <a:pt x="1103" y="2112"/>
                  </a:cubicBezTo>
                  <a:cubicBezTo>
                    <a:pt x="1103" y="1356"/>
                    <a:pt x="1733" y="726"/>
                    <a:pt x="2489" y="726"/>
                  </a:cubicBezTo>
                  <a:cubicBezTo>
                    <a:pt x="3214" y="726"/>
                    <a:pt x="3844" y="1356"/>
                    <a:pt x="3844" y="2112"/>
                  </a:cubicBezTo>
                  <a:cubicBezTo>
                    <a:pt x="3844" y="2458"/>
                    <a:pt x="3687" y="2805"/>
                    <a:pt x="3466" y="3057"/>
                  </a:cubicBezTo>
                  <a:cubicBezTo>
                    <a:pt x="3844" y="3246"/>
                    <a:pt x="4128" y="3561"/>
                    <a:pt x="4317" y="3971"/>
                  </a:cubicBezTo>
                  <a:cubicBezTo>
                    <a:pt x="4695" y="3530"/>
                    <a:pt x="4884" y="3025"/>
                    <a:pt x="4884" y="2427"/>
                  </a:cubicBezTo>
                  <a:cubicBezTo>
                    <a:pt x="4884" y="1104"/>
                    <a:pt x="3781" y="1"/>
                    <a:pt x="242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5121375" y="3339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725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5009550" y="3234750"/>
              <a:ext cx="259150" cy="261125"/>
            </a:xfrm>
            <a:custGeom>
              <a:rect b="b" l="l" r="r" t="t"/>
              <a:pathLst>
                <a:path extrusionOk="0" h="10445" w="10366">
                  <a:moveTo>
                    <a:pt x="5198" y="2159"/>
                  </a:moveTo>
                  <a:cubicBezTo>
                    <a:pt x="6931" y="2159"/>
                    <a:pt x="8286" y="3514"/>
                    <a:pt x="8286" y="5246"/>
                  </a:cubicBezTo>
                  <a:cubicBezTo>
                    <a:pt x="8286" y="6916"/>
                    <a:pt x="6931" y="8365"/>
                    <a:pt x="5198" y="8365"/>
                  </a:cubicBezTo>
                  <a:cubicBezTo>
                    <a:pt x="3340" y="8365"/>
                    <a:pt x="2079" y="6822"/>
                    <a:pt x="2079" y="5246"/>
                  </a:cubicBezTo>
                  <a:cubicBezTo>
                    <a:pt x="2079" y="3514"/>
                    <a:pt x="3497" y="2159"/>
                    <a:pt x="5198" y="2159"/>
                  </a:cubicBezTo>
                  <a:close/>
                  <a:moveTo>
                    <a:pt x="5167" y="1"/>
                  </a:moveTo>
                  <a:cubicBezTo>
                    <a:pt x="5088" y="1"/>
                    <a:pt x="5009" y="17"/>
                    <a:pt x="4946" y="48"/>
                  </a:cubicBezTo>
                  <a:lnTo>
                    <a:pt x="4001" y="836"/>
                  </a:lnTo>
                  <a:lnTo>
                    <a:pt x="2773" y="678"/>
                  </a:lnTo>
                  <a:cubicBezTo>
                    <a:pt x="2756" y="675"/>
                    <a:pt x="2739" y="673"/>
                    <a:pt x="2723" y="673"/>
                  </a:cubicBezTo>
                  <a:cubicBezTo>
                    <a:pt x="2583" y="673"/>
                    <a:pt x="2454" y="786"/>
                    <a:pt x="2426" y="899"/>
                  </a:cubicBezTo>
                  <a:lnTo>
                    <a:pt x="1953" y="2033"/>
                  </a:lnTo>
                  <a:lnTo>
                    <a:pt x="819" y="2505"/>
                  </a:lnTo>
                  <a:cubicBezTo>
                    <a:pt x="662" y="2568"/>
                    <a:pt x="567" y="2694"/>
                    <a:pt x="630" y="2852"/>
                  </a:cubicBezTo>
                  <a:lnTo>
                    <a:pt x="788" y="4081"/>
                  </a:lnTo>
                  <a:lnTo>
                    <a:pt x="32" y="5026"/>
                  </a:lnTo>
                  <a:cubicBezTo>
                    <a:pt x="0" y="5183"/>
                    <a:pt x="0" y="5341"/>
                    <a:pt x="63" y="5467"/>
                  </a:cubicBezTo>
                  <a:lnTo>
                    <a:pt x="819" y="6381"/>
                  </a:lnTo>
                  <a:lnTo>
                    <a:pt x="662" y="7609"/>
                  </a:lnTo>
                  <a:cubicBezTo>
                    <a:pt x="630" y="7767"/>
                    <a:pt x="725" y="7924"/>
                    <a:pt x="851" y="7956"/>
                  </a:cubicBezTo>
                  <a:lnTo>
                    <a:pt x="1985" y="8428"/>
                  </a:lnTo>
                  <a:lnTo>
                    <a:pt x="2457" y="9594"/>
                  </a:lnTo>
                  <a:cubicBezTo>
                    <a:pt x="2536" y="9725"/>
                    <a:pt x="2637" y="9791"/>
                    <a:pt x="2741" y="9791"/>
                  </a:cubicBezTo>
                  <a:cubicBezTo>
                    <a:pt x="2762" y="9791"/>
                    <a:pt x="2783" y="9788"/>
                    <a:pt x="2804" y="9783"/>
                  </a:cubicBezTo>
                  <a:lnTo>
                    <a:pt x="4033" y="9626"/>
                  </a:lnTo>
                  <a:lnTo>
                    <a:pt x="4978" y="10382"/>
                  </a:lnTo>
                  <a:cubicBezTo>
                    <a:pt x="5072" y="10413"/>
                    <a:pt x="5104" y="10445"/>
                    <a:pt x="5167" y="10445"/>
                  </a:cubicBezTo>
                  <a:cubicBezTo>
                    <a:pt x="5261" y="10445"/>
                    <a:pt x="5324" y="10413"/>
                    <a:pt x="5387" y="10382"/>
                  </a:cubicBezTo>
                  <a:lnTo>
                    <a:pt x="6333" y="9626"/>
                  </a:lnTo>
                  <a:lnTo>
                    <a:pt x="7530" y="9783"/>
                  </a:lnTo>
                  <a:cubicBezTo>
                    <a:pt x="7687" y="9783"/>
                    <a:pt x="7876" y="9689"/>
                    <a:pt x="7908" y="9594"/>
                  </a:cubicBezTo>
                  <a:lnTo>
                    <a:pt x="8380" y="8428"/>
                  </a:lnTo>
                  <a:lnTo>
                    <a:pt x="9515" y="7956"/>
                  </a:lnTo>
                  <a:cubicBezTo>
                    <a:pt x="9672" y="7893"/>
                    <a:pt x="9735" y="7767"/>
                    <a:pt x="9704" y="7609"/>
                  </a:cubicBezTo>
                  <a:lnTo>
                    <a:pt x="9546" y="6381"/>
                  </a:lnTo>
                  <a:lnTo>
                    <a:pt x="10302" y="5467"/>
                  </a:lnTo>
                  <a:cubicBezTo>
                    <a:pt x="10365" y="5341"/>
                    <a:pt x="10365" y="5120"/>
                    <a:pt x="10302" y="5026"/>
                  </a:cubicBezTo>
                  <a:lnTo>
                    <a:pt x="9546" y="4081"/>
                  </a:lnTo>
                  <a:lnTo>
                    <a:pt x="9704" y="2852"/>
                  </a:lnTo>
                  <a:cubicBezTo>
                    <a:pt x="9735" y="2694"/>
                    <a:pt x="9641" y="2537"/>
                    <a:pt x="9515" y="2505"/>
                  </a:cubicBezTo>
                  <a:lnTo>
                    <a:pt x="8380" y="2033"/>
                  </a:lnTo>
                  <a:lnTo>
                    <a:pt x="7908" y="899"/>
                  </a:lnTo>
                  <a:cubicBezTo>
                    <a:pt x="7826" y="762"/>
                    <a:pt x="7719" y="672"/>
                    <a:pt x="7589" y="672"/>
                  </a:cubicBezTo>
                  <a:cubicBezTo>
                    <a:pt x="7570" y="672"/>
                    <a:pt x="7550" y="674"/>
                    <a:pt x="7530" y="678"/>
                  </a:cubicBezTo>
                  <a:lnTo>
                    <a:pt x="6333" y="836"/>
                  </a:lnTo>
                  <a:lnTo>
                    <a:pt x="5387" y="48"/>
                  </a:lnTo>
                  <a:cubicBezTo>
                    <a:pt x="5324" y="17"/>
                    <a:pt x="5246" y="1"/>
                    <a:pt x="516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5105625" y="3391900"/>
              <a:ext cx="66975" cy="34675"/>
            </a:xfrm>
            <a:custGeom>
              <a:rect b="b" l="l" r="r" t="t"/>
              <a:pathLst>
                <a:path extrusionOk="0" h="1387" w="2679">
                  <a:moveTo>
                    <a:pt x="1355" y="0"/>
                  </a:moveTo>
                  <a:cubicBezTo>
                    <a:pt x="725" y="0"/>
                    <a:pt x="190" y="441"/>
                    <a:pt x="1" y="977"/>
                  </a:cubicBezTo>
                  <a:cubicBezTo>
                    <a:pt x="410" y="1229"/>
                    <a:pt x="820" y="1386"/>
                    <a:pt x="1355" y="1386"/>
                  </a:cubicBezTo>
                  <a:cubicBezTo>
                    <a:pt x="1859" y="1386"/>
                    <a:pt x="2301" y="1229"/>
                    <a:pt x="2679" y="977"/>
                  </a:cubicBezTo>
                  <a:cubicBezTo>
                    <a:pt x="2521" y="410"/>
                    <a:pt x="1985" y="0"/>
                    <a:pt x="135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5192275" y="3443075"/>
              <a:ext cx="95325" cy="86975"/>
            </a:xfrm>
            <a:custGeom>
              <a:rect b="b" l="l" r="r" t="t"/>
              <a:pathLst>
                <a:path extrusionOk="0" h="3479" w="3813">
                  <a:moveTo>
                    <a:pt x="2867" y="1"/>
                  </a:moveTo>
                  <a:cubicBezTo>
                    <a:pt x="2741" y="127"/>
                    <a:pt x="2647" y="221"/>
                    <a:pt x="2489" y="284"/>
                  </a:cubicBezTo>
                  <a:lnTo>
                    <a:pt x="1607" y="631"/>
                  </a:lnTo>
                  <a:lnTo>
                    <a:pt x="1260" y="1482"/>
                  </a:lnTo>
                  <a:cubicBezTo>
                    <a:pt x="1103" y="1891"/>
                    <a:pt x="693" y="2112"/>
                    <a:pt x="284" y="2112"/>
                  </a:cubicBezTo>
                  <a:lnTo>
                    <a:pt x="158" y="2112"/>
                  </a:lnTo>
                  <a:lnTo>
                    <a:pt x="0" y="2080"/>
                  </a:lnTo>
                  <a:lnTo>
                    <a:pt x="1166" y="3372"/>
                  </a:lnTo>
                  <a:cubicBezTo>
                    <a:pt x="1237" y="3443"/>
                    <a:pt x="1343" y="3478"/>
                    <a:pt x="1445" y="3478"/>
                  </a:cubicBezTo>
                  <a:cubicBezTo>
                    <a:pt x="1479" y="3478"/>
                    <a:pt x="1512" y="3474"/>
                    <a:pt x="1544" y="3466"/>
                  </a:cubicBezTo>
                  <a:cubicBezTo>
                    <a:pt x="1638" y="3403"/>
                    <a:pt x="1764" y="3340"/>
                    <a:pt x="1764" y="3183"/>
                  </a:cubicBezTo>
                  <a:lnTo>
                    <a:pt x="2080" y="1639"/>
                  </a:lnTo>
                  <a:lnTo>
                    <a:pt x="3497" y="1324"/>
                  </a:lnTo>
                  <a:cubicBezTo>
                    <a:pt x="3532" y="1338"/>
                    <a:pt x="3563" y="1344"/>
                    <a:pt x="3592" y="1344"/>
                  </a:cubicBezTo>
                  <a:cubicBezTo>
                    <a:pt x="3693" y="1344"/>
                    <a:pt x="3756" y="1265"/>
                    <a:pt x="3781" y="1167"/>
                  </a:cubicBezTo>
                  <a:cubicBezTo>
                    <a:pt x="3812" y="1072"/>
                    <a:pt x="3781" y="946"/>
                    <a:pt x="3686" y="820"/>
                  </a:cubicBezTo>
                  <a:lnTo>
                    <a:pt x="2867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4991425" y="3444650"/>
              <a:ext cx="95325" cy="87325"/>
            </a:xfrm>
            <a:custGeom>
              <a:rect b="b" l="l" r="r" t="t"/>
              <a:pathLst>
                <a:path extrusionOk="0" h="3493" w="3813">
                  <a:moveTo>
                    <a:pt x="946" y="1"/>
                  </a:moveTo>
                  <a:lnTo>
                    <a:pt x="126" y="851"/>
                  </a:lnTo>
                  <a:cubicBezTo>
                    <a:pt x="0" y="851"/>
                    <a:pt x="0" y="1009"/>
                    <a:pt x="32" y="1104"/>
                  </a:cubicBezTo>
                  <a:cubicBezTo>
                    <a:pt x="95" y="1230"/>
                    <a:pt x="158" y="1324"/>
                    <a:pt x="315" y="1356"/>
                  </a:cubicBezTo>
                  <a:lnTo>
                    <a:pt x="1733" y="1671"/>
                  </a:lnTo>
                  <a:lnTo>
                    <a:pt x="2048" y="3214"/>
                  </a:lnTo>
                  <a:cubicBezTo>
                    <a:pt x="2080" y="3309"/>
                    <a:pt x="2174" y="3435"/>
                    <a:pt x="2300" y="3466"/>
                  </a:cubicBezTo>
                  <a:cubicBezTo>
                    <a:pt x="2328" y="3485"/>
                    <a:pt x="2361" y="3492"/>
                    <a:pt x="2396" y="3492"/>
                  </a:cubicBezTo>
                  <a:cubicBezTo>
                    <a:pt x="2482" y="3492"/>
                    <a:pt x="2580" y="3448"/>
                    <a:pt x="2647" y="3403"/>
                  </a:cubicBezTo>
                  <a:lnTo>
                    <a:pt x="3813" y="2112"/>
                  </a:lnTo>
                  <a:lnTo>
                    <a:pt x="3813" y="2112"/>
                  </a:lnTo>
                  <a:lnTo>
                    <a:pt x="3624" y="2143"/>
                  </a:lnTo>
                  <a:lnTo>
                    <a:pt x="3561" y="2143"/>
                  </a:lnTo>
                  <a:cubicBezTo>
                    <a:pt x="3119" y="2143"/>
                    <a:pt x="2773" y="1891"/>
                    <a:pt x="2552" y="1513"/>
                  </a:cubicBezTo>
                  <a:lnTo>
                    <a:pt x="2206" y="631"/>
                  </a:lnTo>
                  <a:lnTo>
                    <a:pt x="1355" y="284"/>
                  </a:lnTo>
                  <a:cubicBezTo>
                    <a:pt x="1198" y="221"/>
                    <a:pt x="1072" y="127"/>
                    <a:pt x="94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4" name="Google Shape;994;p34"/>
          <p:cNvGrpSpPr/>
          <p:nvPr/>
        </p:nvGrpSpPr>
        <p:grpSpPr>
          <a:xfrm>
            <a:off x="8125330" y="4013004"/>
            <a:ext cx="350079" cy="308177"/>
            <a:chOff x="4991425" y="3617150"/>
            <a:chExt cx="296175" cy="260725"/>
          </a:xfrm>
        </p:grpSpPr>
        <p:sp>
          <p:nvSpPr>
            <p:cNvPr id="995" name="Google Shape;995;p34"/>
            <p:cNvSpPr/>
            <p:nvPr/>
          </p:nvSpPr>
          <p:spPr>
            <a:xfrm>
              <a:off x="5069400" y="3738450"/>
              <a:ext cx="139425" cy="139425"/>
            </a:xfrm>
            <a:custGeom>
              <a:rect b="b" l="l" r="r" t="t"/>
              <a:pathLst>
                <a:path extrusionOk="0" h="5577" w="5577">
                  <a:moveTo>
                    <a:pt x="2804" y="0"/>
                  </a:moveTo>
                  <a:cubicBezTo>
                    <a:pt x="1607" y="0"/>
                    <a:pt x="1450" y="725"/>
                    <a:pt x="1009" y="3308"/>
                  </a:cubicBezTo>
                  <a:cubicBezTo>
                    <a:pt x="946" y="3749"/>
                    <a:pt x="851" y="4285"/>
                    <a:pt x="757" y="4883"/>
                  </a:cubicBezTo>
                  <a:lnTo>
                    <a:pt x="347" y="4883"/>
                  </a:lnTo>
                  <a:cubicBezTo>
                    <a:pt x="158" y="4883"/>
                    <a:pt x="0" y="5041"/>
                    <a:pt x="0" y="5230"/>
                  </a:cubicBezTo>
                  <a:cubicBezTo>
                    <a:pt x="0" y="5419"/>
                    <a:pt x="158" y="5576"/>
                    <a:pt x="347" y="5576"/>
                  </a:cubicBezTo>
                  <a:lnTo>
                    <a:pt x="5230" y="5576"/>
                  </a:lnTo>
                  <a:cubicBezTo>
                    <a:pt x="5419" y="5545"/>
                    <a:pt x="5577" y="5387"/>
                    <a:pt x="5577" y="5198"/>
                  </a:cubicBezTo>
                  <a:cubicBezTo>
                    <a:pt x="5577" y="5009"/>
                    <a:pt x="5419" y="4852"/>
                    <a:pt x="5230" y="4852"/>
                  </a:cubicBezTo>
                  <a:lnTo>
                    <a:pt x="4852" y="4852"/>
                  </a:lnTo>
                  <a:cubicBezTo>
                    <a:pt x="4726" y="4253"/>
                    <a:pt x="4632" y="3749"/>
                    <a:pt x="4569" y="3277"/>
                  </a:cubicBezTo>
                  <a:cubicBezTo>
                    <a:pt x="4128" y="756"/>
                    <a:pt x="3970" y="0"/>
                    <a:pt x="280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5200150" y="3617150"/>
              <a:ext cx="69325" cy="69325"/>
            </a:xfrm>
            <a:custGeom>
              <a:rect b="b" l="l" r="r" t="t"/>
              <a:pathLst>
                <a:path extrusionOk="0" h="2773" w="2773">
                  <a:moveTo>
                    <a:pt x="1386" y="0"/>
                  </a:moveTo>
                  <a:cubicBezTo>
                    <a:pt x="630" y="0"/>
                    <a:pt x="0" y="630"/>
                    <a:pt x="0" y="1387"/>
                  </a:cubicBezTo>
                  <a:cubicBezTo>
                    <a:pt x="0" y="2111"/>
                    <a:pt x="630" y="2773"/>
                    <a:pt x="1386" y="2773"/>
                  </a:cubicBezTo>
                  <a:cubicBezTo>
                    <a:pt x="2143" y="2773"/>
                    <a:pt x="2773" y="2111"/>
                    <a:pt x="2773" y="1387"/>
                  </a:cubicBezTo>
                  <a:cubicBezTo>
                    <a:pt x="2773" y="630"/>
                    <a:pt x="2143" y="0"/>
                    <a:pt x="138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5009550" y="3617150"/>
              <a:ext cx="68525" cy="69325"/>
            </a:xfrm>
            <a:custGeom>
              <a:rect b="b" l="l" r="r" t="t"/>
              <a:pathLst>
                <a:path extrusionOk="0" h="2773" w="2741">
                  <a:moveTo>
                    <a:pt x="1355" y="0"/>
                  </a:moveTo>
                  <a:cubicBezTo>
                    <a:pt x="599" y="0"/>
                    <a:pt x="0" y="630"/>
                    <a:pt x="0" y="1387"/>
                  </a:cubicBezTo>
                  <a:cubicBezTo>
                    <a:pt x="0" y="2143"/>
                    <a:pt x="599" y="2773"/>
                    <a:pt x="1355" y="2773"/>
                  </a:cubicBezTo>
                  <a:cubicBezTo>
                    <a:pt x="2111" y="2773"/>
                    <a:pt x="2741" y="2143"/>
                    <a:pt x="2741" y="1387"/>
                  </a:cubicBezTo>
                  <a:cubicBezTo>
                    <a:pt x="2741" y="630"/>
                    <a:pt x="2111" y="0"/>
                    <a:pt x="135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4991425" y="3686450"/>
              <a:ext cx="104775" cy="52025"/>
            </a:xfrm>
            <a:custGeom>
              <a:rect b="b" l="l" r="r" t="t"/>
              <a:pathLst>
                <a:path extrusionOk="0" h="2081" w="4191">
                  <a:moveTo>
                    <a:pt x="568" y="1"/>
                  </a:moveTo>
                  <a:cubicBezTo>
                    <a:pt x="252" y="347"/>
                    <a:pt x="0" y="851"/>
                    <a:pt x="0" y="1356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33" y="2080"/>
                    <a:pt x="4191" y="1923"/>
                    <a:pt x="4191" y="1734"/>
                  </a:cubicBezTo>
                  <a:lnTo>
                    <a:pt x="4191" y="1356"/>
                  </a:lnTo>
                  <a:cubicBezTo>
                    <a:pt x="4191" y="820"/>
                    <a:pt x="3970" y="347"/>
                    <a:pt x="3624" y="1"/>
                  </a:cubicBezTo>
                  <a:cubicBezTo>
                    <a:pt x="3245" y="410"/>
                    <a:pt x="2678" y="694"/>
                    <a:pt x="2080" y="694"/>
                  </a:cubicBezTo>
                  <a:cubicBezTo>
                    <a:pt x="1513" y="694"/>
                    <a:pt x="946" y="410"/>
                    <a:pt x="56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5183600" y="3686450"/>
              <a:ext cx="104000" cy="52025"/>
            </a:xfrm>
            <a:custGeom>
              <a:rect b="b" l="l" r="r" t="t"/>
              <a:pathLst>
                <a:path extrusionOk="0" h="2081" w="4160">
                  <a:moveTo>
                    <a:pt x="536" y="1"/>
                  </a:moveTo>
                  <a:cubicBezTo>
                    <a:pt x="221" y="347"/>
                    <a:pt x="1" y="851"/>
                    <a:pt x="1" y="1356"/>
                  </a:cubicBezTo>
                  <a:lnTo>
                    <a:pt x="1" y="1702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3813" y="2080"/>
                  </a:lnTo>
                  <a:cubicBezTo>
                    <a:pt x="4002" y="2080"/>
                    <a:pt x="4159" y="1923"/>
                    <a:pt x="4159" y="1702"/>
                  </a:cubicBezTo>
                  <a:lnTo>
                    <a:pt x="4159" y="1356"/>
                  </a:lnTo>
                  <a:cubicBezTo>
                    <a:pt x="4159" y="820"/>
                    <a:pt x="3970" y="347"/>
                    <a:pt x="3624" y="1"/>
                  </a:cubicBezTo>
                  <a:cubicBezTo>
                    <a:pt x="3214" y="410"/>
                    <a:pt x="2679" y="694"/>
                    <a:pt x="2080" y="694"/>
                  </a:cubicBezTo>
                  <a:cubicBezTo>
                    <a:pt x="1450" y="694"/>
                    <a:pt x="946" y="410"/>
                    <a:pt x="53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5187550" y="3755775"/>
              <a:ext cx="100050" cy="52800"/>
            </a:xfrm>
            <a:custGeom>
              <a:rect b="b" l="l" r="r" t="t"/>
              <a:pathLst>
                <a:path extrusionOk="0" h="2112" w="4002">
                  <a:moveTo>
                    <a:pt x="0" y="0"/>
                  </a:moveTo>
                  <a:cubicBezTo>
                    <a:pt x="189" y="567"/>
                    <a:pt x="315" y="1229"/>
                    <a:pt x="473" y="2111"/>
                  </a:cubicBezTo>
                  <a:lnTo>
                    <a:pt x="3655" y="2111"/>
                  </a:lnTo>
                  <a:cubicBezTo>
                    <a:pt x="3844" y="2111"/>
                    <a:pt x="4001" y="1954"/>
                    <a:pt x="4001" y="1733"/>
                  </a:cubicBezTo>
                  <a:lnTo>
                    <a:pt x="4001" y="378"/>
                  </a:lnTo>
                  <a:cubicBezTo>
                    <a:pt x="3970" y="158"/>
                    <a:pt x="3844" y="0"/>
                    <a:pt x="365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4991425" y="3755775"/>
              <a:ext cx="100850" cy="52000"/>
            </a:xfrm>
            <a:custGeom>
              <a:rect b="b" l="l" r="r" t="t"/>
              <a:pathLst>
                <a:path extrusionOk="0" h="2080" w="403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54"/>
                    <a:pt x="158" y="2080"/>
                    <a:pt x="347" y="2080"/>
                  </a:cubicBezTo>
                  <a:lnTo>
                    <a:pt x="3561" y="2080"/>
                  </a:lnTo>
                  <a:cubicBezTo>
                    <a:pt x="3718" y="1229"/>
                    <a:pt x="3813" y="567"/>
                    <a:pt x="403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34"/>
          <p:cNvGrpSpPr/>
          <p:nvPr/>
        </p:nvGrpSpPr>
        <p:grpSpPr>
          <a:xfrm>
            <a:off x="8202603" y="4468595"/>
            <a:ext cx="195532" cy="349163"/>
            <a:chOff x="5056800" y="3962900"/>
            <a:chExt cx="165425" cy="295400"/>
          </a:xfrm>
        </p:grpSpPr>
        <p:sp>
          <p:nvSpPr>
            <p:cNvPr id="1003" name="Google Shape;1003;p34"/>
            <p:cNvSpPr/>
            <p:nvPr/>
          </p:nvSpPr>
          <p:spPr>
            <a:xfrm>
              <a:off x="5155250" y="4042450"/>
              <a:ext cx="66975" cy="104800"/>
            </a:xfrm>
            <a:custGeom>
              <a:rect b="b" l="l" r="r" t="t"/>
              <a:pathLst>
                <a:path extrusionOk="0" h="4192" w="2679">
                  <a:moveTo>
                    <a:pt x="0" y="1"/>
                  </a:moveTo>
                  <a:lnTo>
                    <a:pt x="505" y="3467"/>
                  </a:lnTo>
                  <a:lnTo>
                    <a:pt x="1103" y="4065"/>
                  </a:lnTo>
                  <a:cubicBezTo>
                    <a:pt x="1166" y="4128"/>
                    <a:pt x="1261" y="4191"/>
                    <a:pt x="1324" y="4191"/>
                  </a:cubicBezTo>
                  <a:lnTo>
                    <a:pt x="2300" y="4191"/>
                  </a:lnTo>
                  <a:cubicBezTo>
                    <a:pt x="2521" y="4191"/>
                    <a:pt x="2678" y="4034"/>
                    <a:pt x="2678" y="3813"/>
                  </a:cubicBezTo>
                  <a:lnTo>
                    <a:pt x="2678" y="2805"/>
                  </a:lnTo>
                  <a:cubicBezTo>
                    <a:pt x="2678" y="2710"/>
                    <a:pt x="2615" y="2616"/>
                    <a:pt x="2552" y="255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5065450" y="3962900"/>
              <a:ext cx="88250" cy="52025"/>
            </a:xfrm>
            <a:custGeom>
              <a:rect b="b" l="l" r="r" t="t"/>
              <a:pathLst>
                <a:path extrusionOk="0" h="2081" w="3530">
                  <a:moveTo>
                    <a:pt x="347" y="1"/>
                  </a:moveTo>
                  <a:cubicBezTo>
                    <a:pt x="221" y="1"/>
                    <a:pt x="158" y="33"/>
                    <a:pt x="64" y="159"/>
                  </a:cubicBezTo>
                  <a:cubicBezTo>
                    <a:pt x="1" y="222"/>
                    <a:pt x="1" y="348"/>
                    <a:pt x="32" y="474"/>
                  </a:cubicBezTo>
                  <a:lnTo>
                    <a:pt x="568" y="2080"/>
                  </a:lnTo>
                  <a:lnTo>
                    <a:pt x="2931" y="2080"/>
                  </a:lnTo>
                  <a:lnTo>
                    <a:pt x="3498" y="474"/>
                  </a:lnTo>
                  <a:cubicBezTo>
                    <a:pt x="3529" y="348"/>
                    <a:pt x="3498" y="222"/>
                    <a:pt x="3466" y="159"/>
                  </a:cubicBezTo>
                  <a:cubicBezTo>
                    <a:pt x="3340" y="64"/>
                    <a:pt x="3214" y="1"/>
                    <a:pt x="312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5056800" y="4032225"/>
              <a:ext cx="104000" cy="226075"/>
            </a:xfrm>
            <a:custGeom>
              <a:rect b="b" l="l" r="r" t="t"/>
              <a:pathLst>
                <a:path extrusionOk="0" h="9043" w="4160">
                  <a:moveTo>
                    <a:pt x="977" y="0"/>
                  </a:moveTo>
                  <a:lnTo>
                    <a:pt x="0" y="6553"/>
                  </a:lnTo>
                  <a:cubicBezTo>
                    <a:pt x="0" y="6648"/>
                    <a:pt x="0" y="6742"/>
                    <a:pt x="63" y="6837"/>
                  </a:cubicBezTo>
                  <a:lnTo>
                    <a:pt x="1796" y="8916"/>
                  </a:lnTo>
                  <a:cubicBezTo>
                    <a:pt x="1859" y="9011"/>
                    <a:pt x="1954" y="9042"/>
                    <a:pt x="2080" y="9042"/>
                  </a:cubicBezTo>
                  <a:cubicBezTo>
                    <a:pt x="2174" y="9042"/>
                    <a:pt x="2269" y="9011"/>
                    <a:pt x="2332" y="8916"/>
                  </a:cubicBezTo>
                  <a:lnTo>
                    <a:pt x="4065" y="6837"/>
                  </a:lnTo>
                  <a:cubicBezTo>
                    <a:pt x="4159" y="6742"/>
                    <a:pt x="4159" y="6679"/>
                    <a:pt x="4159" y="6553"/>
                  </a:cubicBezTo>
                  <a:lnTo>
                    <a:pt x="3182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6" name="Google Shape;1006;p34"/>
          <p:cNvGrpSpPr/>
          <p:nvPr/>
        </p:nvGrpSpPr>
        <p:grpSpPr>
          <a:xfrm>
            <a:off x="9453901" y="4468611"/>
            <a:ext cx="350995" cy="349133"/>
            <a:chOff x="6168925" y="3936925"/>
            <a:chExt cx="296950" cy="295375"/>
          </a:xfrm>
        </p:grpSpPr>
        <p:sp>
          <p:nvSpPr>
            <p:cNvPr id="1007" name="Google Shape;1007;p34"/>
            <p:cNvSpPr/>
            <p:nvPr/>
          </p:nvSpPr>
          <p:spPr>
            <a:xfrm>
              <a:off x="6220900" y="4164550"/>
              <a:ext cx="18150" cy="18125"/>
            </a:xfrm>
            <a:custGeom>
              <a:rect b="b" l="l" r="r" t="t"/>
              <a:pathLst>
                <a:path extrusionOk="0" h="725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79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6168925" y="3972375"/>
              <a:ext cx="227650" cy="259925"/>
            </a:xfrm>
            <a:custGeom>
              <a:rect b="b" l="l" r="r" t="t"/>
              <a:pathLst>
                <a:path extrusionOk="0" h="10397" w="9106">
                  <a:moveTo>
                    <a:pt x="3115" y="2135"/>
                  </a:moveTo>
                  <a:cubicBezTo>
                    <a:pt x="3206" y="2135"/>
                    <a:pt x="3293" y="2158"/>
                    <a:pt x="3340" y="2205"/>
                  </a:cubicBezTo>
                  <a:cubicBezTo>
                    <a:pt x="3466" y="2331"/>
                    <a:pt x="3466" y="2583"/>
                    <a:pt x="3340" y="2678"/>
                  </a:cubicBezTo>
                  <a:lnTo>
                    <a:pt x="2930" y="3119"/>
                  </a:lnTo>
                  <a:lnTo>
                    <a:pt x="3340" y="3560"/>
                  </a:lnTo>
                  <a:cubicBezTo>
                    <a:pt x="3466" y="3686"/>
                    <a:pt x="3466" y="3907"/>
                    <a:pt x="3340" y="4033"/>
                  </a:cubicBezTo>
                  <a:cubicBezTo>
                    <a:pt x="3293" y="4096"/>
                    <a:pt x="3206" y="4127"/>
                    <a:pt x="3115" y="4127"/>
                  </a:cubicBezTo>
                  <a:cubicBezTo>
                    <a:pt x="3025" y="4127"/>
                    <a:pt x="2930" y="4096"/>
                    <a:pt x="2867" y="4033"/>
                  </a:cubicBezTo>
                  <a:lnTo>
                    <a:pt x="2458" y="3592"/>
                  </a:lnTo>
                  <a:lnTo>
                    <a:pt x="2017" y="4033"/>
                  </a:lnTo>
                  <a:cubicBezTo>
                    <a:pt x="1954" y="4096"/>
                    <a:pt x="1867" y="4127"/>
                    <a:pt x="1780" y="4127"/>
                  </a:cubicBezTo>
                  <a:cubicBezTo>
                    <a:pt x="1694" y="4127"/>
                    <a:pt x="1607" y="4096"/>
                    <a:pt x="1544" y="4033"/>
                  </a:cubicBezTo>
                  <a:cubicBezTo>
                    <a:pt x="1418" y="3907"/>
                    <a:pt x="1418" y="3686"/>
                    <a:pt x="1544" y="3560"/>
                  </a:cubicBezTo>
                  <a:lnTo>
                    <a:pt x="1985" y="3119"/>
                  </a:lnTo>
                  <a:lnTo>
                    <a:pt x="1544" y="2678"/>
                  </a:lnTo>
                  <a:cubicBezTo>
                    <a:pt x="1418" y="2583"/>
                    <a:pt x="1418" y="2331"/>
                    <a:pt x="1544" y="2205"/>
                  </a:cubicBezTo>
                  <a:cubicBezTo>
                    <a:pt x="1591" y="2158"/>
                    <a:pt x="1678" y="2135"/>
                    <a:pt x="1769" y="2135"/>
                  </a:cubicBezTo>
                  <a:cubicBezTo>
                    <a:pt x="1859" y="2135"/>
                    <a:pt x="1954" y="2158"/>
                    <a:pt x="2017" y="2205"/>
                  </a:cubicBezTo>
                  <a:lnTo>
                    <a:pt x="2458" y="2646"/>
                  </a:lnTo>
                  <a:lnTo>
                    <a:pt x="2867" y="2205"/>
                  </a:lnTo>
                  <a:cubicBezTo>
                    <a:pt x="2930" y="2158"/>
                    <a:pt x="3025" y="2135"/>
                    <a:pt x="3115" y="2135"/>
                  </a:cubicBezTo>
                  <a:close/>
                  <a:moveTo>
                    <a:pt x="6727" y="2079"/>
                  </a:moveTo>
                  <a:cubicBezTo>
                    <a:pt x="6813" y="2079"/>
                    <a:pt x="6900" y="2111"/>
                    <a:pt x="6963" y="2174"/>
                  </a:cubicBezTo>
                  <a:lnTo>
                    <a:pt x="7688" y="2898"/>
                  </a:lnTo>
                  <a:cubicBezTo>
                    <a:pt x="7719" y="2993"/>
                    <a:pt x="7719" y="3245"/>
                    <a:pt x="7593" y="3371"/>
                  </a:cubicBezTo>
                  <a:cubicBezTo>
                    <a:pt x="7546" y="3418"/>
                    <a:pt x="7459" y="3442"/>
                    <a:pt x="7369" y="3442"/>
                  </a:cubicBezTo>
                  <a:cubicBezTo>
                    <a:pt x="7278" y="3442"/>
                    <a:pt x="7183" y="3418"/>
                    <a:pt x="7120" y="3371"/>
                  </a:cubicBezTo>
                  <a:lnTo>
                    <a:pt x="7026" y="3245"/>
                  </a:lnTo>
                  <a:lnTo>
                    <a:pt x="7026" y="4505"/>
                  </a:lnTo>
                  <a:cubicBezTo>
                    <a:pt x="7026" y="5104"/>
                    <a:pt x="6553" y="5513"/>
                    <a:pt x="5986" y="5513"/>
                  </a:cubicBezTo>
                  <a:lnTo>
                    <a:pt x="3151" y="5513"/>
                  </a:lnTo>
                  <a:cubicBezTo>
                    <a:pt x="2962" y="5513"/>
                    <a:pt x="2804" y="5671"/>
                    <a:pt x="2804" y="5891"/>
                  </a:cubicBezTo>
                  <a:lnTo>
                    <a:pt x="2804" y="7026"/>
                  </a:lnTo>
                  <a:cubicBezTo>
                    <a:pt x="3182" y="7183"/>
                    <a:pt x="3497" y="7530"/>
                    <a:pt x="3497" y="8002"/>
                  </a:cubicBezTo>
                  <a:cubicBezTo>
                    <a:pt x="3497" y="8601"/>
                    <a:pt x="3025" y="9042"/>
                    <a:pt x="2489" y="9042"/>
                  </a:cubicBezTo>
                  <a:cubicBezTo>
                    <a:pt x="1922" y="9042"/>
                    <a:pt x="1450" y="8569"/>
                    <a:pt x="1450" y="8002"/>
                  </a:cubicBezTo>
                  <a:cubicBezTo>
                    <a:pt x="1450" y="7561"/>
                    <a:pt x="1733" y="7183"/>
                    <a:pt x="2174" y="7026"/>
                  </a:cubicBezTo>
                  <a:lnTo>
                    <a:pt x="2174" y="5891"/>
                  </a:lnTo>
                  <a:cubicBezTo>
                    <a:pt x="2174" y="5293"/>
                    <a:pt x="2647" y="4852"/>
                    <a:pt x="3182" y="4852"/>
                  </a:cubicBezTo>
                  <a:lnTo>
                    <a:pt x="6018" y="4852"/>
                  </a:lnTo>
                  <a:cubicBezTo>
                    <a:pt x="6207" y="4852"/>
                    <a:pt x="6364" y="4694"/>
                    <a:pt x="6364" y="4505"/>
                  </a:cubicBezTo>
                  <a:lnTo>
                    <a:pt x="6364" y="3245"/>
                  </a:lnTo>
                  <a:lnTo>
                    <a:pt x="6270" y="3371"/>
                  </a:lnTo>
                  <a:cubicBezTo>
                    <a:pt x="6207" y="3418"/>
                    <a:pt x="6120" y="3442"/>
                    <a:pt x="6034" y="3442"/>
                  </a:cubicBezTo>
                  <a:cubicBezTo>
                    <a:pt x="5947" y="3442"/>
                    <a:pt x="5860" y="3418"/>
                    <a:pt x="5797" y="3371"/>
                  </a:cubicBezTo>
                  <a:cubicBezTo>
                    <a:pt x="5671" y="3245"/>
                    <a:pt x="5671" y="2993"/>
                    <a:pt x="5797" y="2898"/>
                  </a:cubicBezTo>
                  <a:lnTo>
                    <a:pt x="6490" y="2174"/>
                  </a:lnTo>
                  <a:cubicBezTo>
                    <a:pt x="6553" y="2111"/>
                    <a:pt x="6640" y="2079"/>
                    <a:pt x="6727" y="2079"/>
                  </a:cubicBezTo>
                  <a:close/>
                  <a:moveTo>
                    <a:pt x="7369" y="7057"/>
                  </a:moveTo>
                  <a:cubicBezTo>
                    <a:pt x="7459" y="7057"/>
                    <a:pt x="7546" y="7089"/>
                    <a:pt x="7593" y="7152"/>
                  </a:cubicBezTo>
                  <a:cubicBezTo>
                    <a:pt x="7719" y="7246"/>
                    <a:pt x="7719" y="7498"/>
                    <a:pt x="7593" y="7624"/>
                  </a:cubicBezTo>
                  <a:lnTo>
                    <a:pt x="7183" y="8034"/>
                  </a:lnTo>
                  <a:lnTo>
                    <a:pt x="7593" y="8475"/>
                  </a:lnTo>
                  <a:cubicBezTo>
                    <a:pt x="7719" y="8601"/>
                    <a:pt x="7719" y="8821"/>
                    <a:pt x="7593" y="8947"/>
                  </a:cubicBezTo>
                  <a:cubicBezTo>
                    <a:pt x="7546" y="9010"/>
                    <a:pt x="7459" y="9042"/>
                    <a:pt x="7369" y="9042"/>
                  </a:cubicBezTo>
                  <a:cubicBezTo>
                    <a:pt x="7278" y="9042"/>
                    <a:pt x="7183" y="9010"/>
                    <a:pt x="7120" y="8947"/>
                  </a:cubicBezTo>
                  <a:lnTo>
                    <a:pt x="6711" y="8506"/>
                  </a:lnTo>
                  <a:lnTo>
                    <a:pt x="6270" y="8947"/>
                  </a:lnTo>
                  <a:cubicBezTo>
                    <a:pt x="6207" y="9010"/>
                    <a:pt x="6120" y="9042"/>
                    <a:pt x="6034" y="9042"/>
                  </a:cubicBezTo>
                  <a:cubicBezTo>
                    <a:pt x="5947" y="9042"/>
                    <a:pt x="5860" y="9010"/>
                    <a:pt x="5797" y="8947"/>
                  </a:cubicBezTo>
                  <a:cubicBezTo>
                    <a:pt x="5671" y="8821"/>
                    <a:pt x="5671" y="8601"/>
                    <a:pt x="5797" y="8475"/>
                  </a:cubicBezTo>
                  <a:lnTo>
                    <a:pt x="6207" y="8034"/>
                  </a:lnTo>
                  <a:lnTo>
                    <a:pt x="5797" y="7624"/>
                  </a:lnTo>
                  <a:cubicBezTo>
                    <a:pt x="5671" y="7498"/>
                    <a:pt x="5671" y="7246"/>
                    <a:pt x="5797" y="7152"/>
                  </a:cubicBezTo>
                  <a:cubicBezTo>
                    <a:pt x="5845" y="7089"/>
                    <a:pt x="5931" y="7057"/>
                    <a:pt x="6022" y="7057"/>
                  </a:cubicBezTo>
                  <a:cubicBezTo>
                    <a:pt x="6112" y="7057"/>
                    <a:pt x="6207" y="7089"/>
                    <a:pt x="6270" y="7152"/>
                  </a:cubicBezTo>
                  <a:lnTo>
                    <a:pt x="6711" y="7561"/>
                  </a:lnTo>
                  <a:lnTo>
                    <a:pt x="7120" y="7152"/>
                  </a:lnTo>
                  <a:cubicBezTo>
                    <a:pt x="7183" y="7089"/>
                    <a:pt x="7278" y="7057"/>
                    <a:pt x="7369" y="7057"/>
                  </a:cubicBezTo>
                  <a:close/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9388"/>
                  </a:lnTo>
                  <a:cubicBezTo>
                    <a:pt x="0" y="9987"/>
                    <a:pt x="473" y="10397"/>
                    <a:pt x="1040" y="10397"/>
                  </a:cubicBezTo>
                  <a:lnTo>
                    <a:pt x="8003" y="10397"/>
                  </a:lnTo>
                  <a:cubicBezTo>
                    <a:pt x="8601" y="10397"/>
                    <a:pt x="9011" y="9924"/>
                    <a:pt x="9011" y="9388"/>
                  </a:cubicBezTo>
                  <a:lnTo>
                    <a:pt x="9011" y="1040"/>
                  </a:lnTo>
                  <a:cubicBezTo>
                    <a:pt x="9105" y="473"/>
                    <a:pt x="8633" y="0"/>
                    <a:pt x="8034" y="0"/>
                  </a:cubicBezTo>
                  <a:lnTo>
                    <a:pt x="7341" y="0"/>
                  </a:lnTo>
                  <a:cubicBezTo>
                    <a:pt x="7341" y="756"/>
                    <a:pt x="6711" y="1386"/>
                    <a:pt x="5955" y="1386"/>
                  </a:cubicBezTo>
                  <a:lnTo>
                    <a:pt x="3119" y="1386"/>
                  </a:lnTo>
                  <a:cubicBezTo>
                    <a:pt x="2363" y="1386"/>
                    <a:pt x="1733" y="756"/>
                    <a:pt x="173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6228775" y="3936925"/>
              <a:ext cx="106350" cy="53575"/>
            </a:xfrm>
            <a:custGeom>
              <a:rect b="b" l="l" r="r" t="t"/>
              <a:pathLst>
                <a:path extrusionOk="0" h="2143" w="4254">
                  <a:moveTo>
                    <a:pt x="2143" y="0"/>
                  </a:moveTo>
                  <a:cubicBezTo>
                    <a:pt x="1860" y="0"/>
                    <a:pt x="1576" y="221"/>
                    <a:pt x="1450" y="473"/>
                  </a:cubicBezTo>
                  <a:lnTo>
                    <a:pt x="1387" y="725"/>
                  </a:lnTo>
                  <a:lnTo>
                    <a:pt x="725" y="725"/>
                  </a:lnTo>
                  <a:cubicBezTo>
                    <a:pt x="316" y="725"/>
                    <a:pt x="1" y="1040"/>
                    <a:pt x="1" y="1418"/>
                  </a:cubicBezTo>
                  <a:cubicBezTo>
                    <a:pt x="1" y="1828"/>
                    <a:pt x="316" y="2143"/>
                    <a:pt x="725" y="2143"/>
                  </a:cubicBezTo>
                  <a:lnTo>
                    <a:pt x="3561" y="2143"/>
                  </a:lnTo>
                  <a:cubicBezTo>
                    <a:pt x="3939" y="2143"/>
                    <a:pt x="4254" y="1828"/>
                    <a:pt x="4254" y="1418"/>
                  </a:cubicBezTo>
                  <a:cubicBezTo>
                    <a:pt x="4254" y="1040"/>
                    <a:pt x="3939" y="725"/>
                    <a:pt x="3561" y="725"/>
                  </a:cubicBezTo>
                  <a:lnTo>
                    <a:pt x="2868" y="725"/>
                  </a:lnTo>
                  <a:lnTo>
                    <a:pt x="2805" y="473"/>
                  </a:lnTo>
                  <a:cubicBezTo>
                    <a:pt x="2710" y="221"/>
                    <a:pt x="2458" y="0"/>
                    <a:pt x="214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6412300" y="4059000"/>
              <a:ext cx="52000" cy="105575"/>
            </a:xfrm>
            <a:custGeom>
              <a:rect b="b" l="l" r="r" t="t"/>
              <a:pathLst>
                <a:path extrusionOk="0" h="4223" w="2080">
                  <a:moveTo>
                    <a:pt x="0" y="1"/>
                  </a:moveTo>
                  <a:lnTo>
                    <a:pt x="0" y="4222"/>
                  </a:lnTo>
                  <a:lnTo>
                    <a:pt x="32" y="4222"/>
                  </a:lnTo>
                  <a:cubicBezTo>
                    <a:pt x="315" y="4002"/>
                    <a:pt x="662" y="3876"/>
                    <a:pt x="1072" y="3876"/>
                  </a:cubicBezTo>
                  <a:cubicBezTo>
                    <a:pt x="1450" y="3876"/>
                    <a:pt x="1796" y="4002"/>
                    <a:pt x="2080" y="4222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6413875" y="4007025"/>
              <a:ext cx="52000" cy="34675"/>
            </a:xfrm>
            <a:custGeom>
              <a:rect b="b" l="l" r="r" t="t"/>
              <a:pathLst>
                <a:path extrusionOk="0" h="1387" w="208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1386"/>
                  </a:lnTo>
                  <a:lnTo>
                    <a:pt x="2080" y="1386"/>
                  </a:lnTo>
                  <a:lnTo>
                    <a:pt x="2080" y="1040"/>
                  </a:ln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6417800" y="4173200"/>
              <a:ext cx="43350" cy="43350"/>
            </a:xfrm>
            <a:custGeom>
              <a:rect b="b" l="l" r="r" t="t"/>
              <a:pathLst>
                <a:path extrusionOk="0" h="1734" w="1734">
                  <a:moveTo>
                    <a:pt x="883" y="1"/>
                  </a:moveTo>
                  <a:cubicBezTo>
                    <a:pt x="537" y="1"/>
                    <a:pt x="190" y="221"/>
                    <a:pt x="1" y="442"/>
                  </a:cubicBezTo>
                  <a:lnTo>
                    <a:pt x="568" y="1545"/>
                  </a:lnTo>
                  <a:cubicBezTo>
                    <a:pt x="600" y="1671"/>
                    <a:pt x="757" y="1734"/>
                    <a:pt x="883" y="1734"/>
                  </a:cubicBezTo>
                  <a:cubicBezTo>
                    <a:pt x="978" y="1734"/>
                    <a:pt x="1104" y="1671"/>
                    <a:pt x="1198" y="1545"/>
                  </a:cubicBezTo>
                  <a:lnTo>
                    <a:pt x="1734" y="442"/>
                  </a:lnTo>
                  <a:cubicBezTo>
                    <a:pt x="1545" y="158"/>
                    <a:pt x="1230" y="1"/>
                    <a:pt x="88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3" name="Google Shape;1013;p34"/>
          <p:cNvGrpSpPr/>
          <p:nvPr/>
        </p:nvGrpSpPr>
        <p:grpSpPr>
          <a:xfrm>
            <a:off x="7667620" y="2185683"/>
            <a:ext cx="348188" cy="349133"/>
            <a:chOff x="1674750" y="3254050"/>
            <a:chExt cx="294575" cy="295375"/>
          </a:xfrm>
        </p:grpSpPr>
        <p:sp>
          <p:nvSpPr>
            <p:cNvPr id="1014" name="Google Shape;1014;p34"/>
            <p:cNvSpPr/>
            <p:nvPr/>
          </p:nvSpPr>
          <p:spPr>
            <a:xfrm>
              <a:off x="1691275" y="3351700"/>
              <a:ext cx="278050" cy="197725"/>
            </a:xfrm>
            <a:custGeom>
              <a:rect b="b" l="l" r="r" t="t"/>
              <a:pathLst>
                <a:path extrusionOk="0" h="7909" w="11122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1674750" y="3254050"/>
              <a:ext cx="277250" cy="197900"/>
            </a:xfrm>
            <a:custGeom>
              <a:rect b="b" l="l" r="r" t="t"/>
              <a:pathLst>
                <a:path extrusionOk="0" h="7916" w="1109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1727500" y="3306825"/>
              <a:ext cx="189075" cy="189050"/>
            </a:xfrm>
            <a:custGeom>
              <a:rect b="b" l="l" r="r" t="t"/>
              <a:pathLst>
                <a:path extrusionOk="0" h="7562" w="7563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7" name="Google Shape;1017;p34"/>
          <p:cNvGrpSpPr/>
          <p:nvPr/>
        </p:nvGrpSpPr>
        <p:grpSpPr>
          <a:xfrm>
            <a:off x="7682016" y="2633386"/>
            <a:ext cx="319347" cy="349133"/>
            <a:chOff x="1687350" y="3618725"/>
            <a:chExt cx="270175" cy="295375"/>
          </a:xfrm>
        </p:grpSpPr>
        <p:sp>
          <p:nvSpPr>
            <p:cNvPr id="1018" name="Google Shape;1018;p34"/>
            <p:cNvSpPr/>
            <p:nvPr/>
          </p:nvSpPr>
          <p:spPr>
            <a:xfrm>
              <a:off x="1829900" y="3808550"/>
              <a:ext cx="18150" cy="35450"/>
            </a:xfrm>
            <a:custGeom>
              <a:rect b="b" l="l" r="r" t="t"/>
              <a:pathLst>
                <a:path extrusionOk="0" h="1418" w="726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1795250" y="3755775"/>
              <a:ext cx="18125" cy="35450"/>
            </a:xfrm>
            <a:custGeom>
              <a:rect b="b" l="l" r="r" t="t"/>
              <a:pathLst>
                <a:path extrusionOk="0" h="1418" w="725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1687350" y="3618725"/>
              <a:ext cx="270175" cy="295375"/>
            </a:xfrm>
            <a:custGeom>
              <a:rect b="b" l="l" r="r" t="t"/>
              <a:pathLst>
                <a:path extrusionOk="0" h="11815" w="10807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1" name="Google Shape;1021;p34"/>
          <p:cNvGrpSpPr/>
          <p:nvPr/>
        </p:nvGrpSpPr>
        <p:grpSpPr>
          <a:xfrm>
            <a:off x="7665719" y="3079867"/>
            <a:ext cx="351940" cy="349133"/>
            <a:chOff x="1672375" y="3982600"/>
            <a:chExt cx="297750" cy="295375"/>
          </a:xfrm>
        </p:grpSpPr>
        <p:sp>
          <p:nvSpPr>
            <p:cNvPr id="1022" name="Google Shape;1022;p34"/>
            <p:cNvSpPr/>
            <p:nvPr/>
          </p:nvSpPr>
          <p:spPr>
            <a:xfrm>
              <a:off x="1796825" y="39826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1672375" y="4092075"/>
              <a:ext cx="297750" cy="185900"/>
            </a:xfrm>
            <a:custGeom>
              <a:rect b="b" l="l" r="r" t="t"/>
              <a:pathLst>
                <a:path extrusionOk="0" h="7436" w="1191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1778700" y="4051125"/>
              <a:ext cx="86675" cy="69325"/>
            </a:xfrm>
            <a:custGeom>
              <a:rect b="b" l="l" r="r" t="t"/>
              <a:pathLst>
                <a:path extrusionOk="0" h="2773" w="3467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5" name="Google Shape;1025;p34"/>
          <p:cNvGrpSpPr/>
          <p:nvPr/>
        </p:nvGrpSpPr>
        <p:grpSpPr>
          <a:xfrm>
            <a:off x="6357711" y="3544062"/>
            <a:ext cx="350079" cy="350079"/>
            <a:chOff x="3497300" y="3227275"/>
            <a:chExt cx="296175" cy="296175"/>
          </a:xfrm>
        </p:grpSpPr>
        <p:sp>
          <p:nvSpPr>
            <p:cNvPr id="1026" name="Google Shape;1026;p34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4" name="Google Shape;1034;p34"/>
          <p:cNvGrpSpPr/>
          <p:nvPr/>
        </p:nvGrpSpPr>
        <p:grpSpPr>
          <a:xfrm>
            <a:off x="6358184" y="3993457"/>
            <a:ext cx="349133" cy="347272"/>
            <a:chOff x="3497300" y="3591950"/>
            <a:chExt cx="295375" cy="293800"/>
          </a:xfrm>
        </p:grpSpPr>
        <p:sp>
          <p:nvSpPr>
            <p:cNvPr id="1035" name="Google Shape;1035;p34"/>
            <p:cNvSpPr/>
            <p:nvPr/>
          </p:nvSpPr>
          <p:spPr>
            <a:xfrm>
              <a:off x="3628825" y="3724275"/>
              <a:ext cx="18150" cy="16550"/>
            </a:xfrm>
            <a:custGeom>
              <a:rect b="b" l="l" r="r" t="t"/>
              <a:pathLst>
                <a:path extrusionOk="0" h="662" w="726">
                  <a:moveTo>
                    <a:pt x="375" y="0"/>
                  </a:moveTo>
                  <a:cubicBezTo>
                    <a:pt x="292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cubicBezTo>
                    <a:pt x="190" y="630"/>
                    <a:pt x="277" y="662"/>
                    <a:pt x="363" y="662"/>
                  </a:cubicBezTo>
                  <a:cubicBezTo>
                    <a:pt x="450" y="662"/>
                    <a:pt x="536" y="630"/>
                    <a:pt x="599" y="567"/>
                  </a:cubicBezTo>
                  <a:cubicBezTo>
                    <a:pt x="725" y="441"/>
                    <a:pt x="725" y="221"/>
                    <a:pt x="599" y="95"/>
                  </a:cubicBezTo>
                  <a:cubicBezTo>
                    <a:pt x="536" y="32"/>
                    <a:pt x="458" y="0"/>
                    <a:pt x="37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3590250" y="3689400"/>
              <a:ext cx="94525" cy="86675"/>
            </a:xfrm>
            <a:custGeom>
              <a:rect b="b" l="l" r="r" t="t"/>
              <a:pathLst>
                <a:path extrusionOk="0" h="3467" w="3781">
                  <a:moveTo>
                    <a:pt x="1922" y="710"/>
                  </a:moveTo>
                  <a:cubicBezTo>
                    <a:pt x="2190" y="710"/>
                    <a:pt x="2458" y="812"/>
                    <a:pt x="2647" y="1017"/>
                  </a:cubicBezTo>
                  <a:cubicBezTo>
                    <a:pt x="3088" y="1395"/>
                    <a:pt x="3088" y="2088"/>
                    <a:pt x="2647" y="2466"/>
                  </a:cubicBezTo>
                  <a:cubicBezTo>
                    <a:pt x="2458" y="2671"/>
                    <a:pt x="2190" y="2773"/>
                    <a:pt x="1922" y="2773"/>
                  </a:cubicBezTo>
                  <a:cubicBezTo>
                    <a:pt x="1654" y="2773"/>
                    <a:pt x="1386" y="2671"/>
                    <a:pt x="1197" y="2466"/>
                  </a:cubicBezTo>
                  <a:cubicBezTo>
                    <a:pt x="788" y="2088"/>
                    <a:pt x="788" y="1395"/>
                    <a:pt x="1197" y="1017"/>
                  </a:cubicBezTo>
                  <a:cubicBezTo>
                    <a:pt x="1386" y="812"/>
                    <a:pt x="1654" y="710"/>
                    <a:pt x="1922" y="710"/>
                  </a:cubicBezTo>
                  <a:close/>
                  <a:moveTo>
                    <a:pt x="1930" y="1"/>
                  </a:moveTo>
                  <a:cubicBezTo>
                    <a:pt x="1489" y="1"/>
                    <a:pt x="1040" y="182"/>
                    <a:pt x="693" y="544"/>
                  </a:cubicBezTo>
                  <a:cubicBezTo>
                    <a:pt x="0" y="1206"/>
                    <a:pt x="0" y="2309"/>
                    <a:pt x="693" y="2970"/>
                  </a:cubicBezTo>
                  <a:cubicBezTo>
                    <a:pt x="1024" y="3301"/>
                    <a:pt x="1473" y="3466"/>
                    <a:pt x="1918" y="3466"/>
                  </a:cubicBezTo>
                  <a:cubicBezTo>
                    <a:pt x="2363" y="3466"/>
                    <a:pt x="2804" y="3301"/>
                    <a:pt x="3119" y="2970"/>
                  </a:cubicBezTo>
                  <a:cubicBezTo>
                    <a:pt x="3781" y="2309"/>
                    <a:pt x="3781" y="1206"/>
                    <a:pt x="3119" y="544"/>
                  </a:cubicBezTo>
                  <a:cubicBezTo>
                    <a:pt x="2804" y="182"/>
                    <a:pt x="2371" y="1"/>
                    <a:pt x="193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3674525" y="3601400"/>
              <a:ext cx="118150" cy="118950"/>
            </a:xfrm>
            <a:custGeom>
              <a:rect b="b" l="l" r="r" t="t"/>
              <a:pathLst>
                <a:path extrusionOk="0" h="4758" w="4726">
                  <a:moveTo>
                    <a:pt x="3533" y="0"/>
                  </a:moveTo>
                  <a:cubicBezTo>
                    <a:pt x="3442" y="0"/>
                    <a:pt x="3355" y="32"/>
                    <a:pt x="3308" y="95"/>
                  </a:cubicBezTo>
                  <a:lnTo>
                    <a:pt x="0" y="3308"/>
                  </a:lnTo>
                  <a:cubicBezTo>
                    <a:pt x="410" y="3623"/>
                    <a:pt x="788" y="4127"/>
                    <a:pt x="1953" y="4758"/>
                  </a:cubicBezTo>
                  <a:lnTo>
                    <a:pt x="4600" y="2678"/>
                  </a:lnTo>
                  <a:cubicBezTo>
                    <a:pt x="4663" y="2615"/>
                    <a:pt x="4726" y="2521"/>
                    <a:pt x="4726" y="2395"/>
                  </a:cubicBezTo>
                  <a:cubicBezTo>
                    <a:pt x="4726" y="1544"/>
                    <a:pt x="4348" y="693"/>
                    <a:pt x="3781" y="95"/>
                  </a:cubicBezTo>
                  <a:cubicBezTo>
                    <a:pt x="3718" y="32"/>
                    <a:pt x="3623" y="0"/>
                    <a:pt x="353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3631200" y="3774675"/>
              <a:ext cx="103200" cy="102400"/>
            </a:xfrm>
            <a:custGeom>
              <a:rect b="b" l="l" r="r" t="t"/>
              <a:pathLst>
                <a:path extrusionOk="0" h="4096" w="4128">
                  <a:moveTo>
                    <a:pt x="2048" y="0"/>
                  </a:moveTo>
                  <a:cubicBezTo>
                    <a:pt x="1985" y="32"/>
                    <a:pt x="1985" y="63"/>
                    <a:pt x="1954" y="126"/>
                  </a:cubicBezTo>
                  <a:cubicBezTo>
                    <a:pt x="1506" y="546"/>
                    <a:pt x="859" y="767"/>
                    <a:pt x="235" y="767"/>
                  </a:cubicBezTo>
                  <a:cubicBezTo>
                    <a:pt x="156" y="767"/>
                    <a:pt x="78" y="764"/>
                    <a:pt x="0" y="756"/>
                  </a:cubicBezTo>
                  <a:lnTo>
                    <a:pt x="0" y="756"/>
                  </a:lnTo>
                  <a:cubicBezTo>
                    <a:pt x="567" y="1670"/>
                    <a:pt x="1355" y="3749"/>
                    <a:pt x="1418" y="3875"/>
                  </a:cubicBezTo>
                  <a:cubicBezTo>
                    <a:pt x="1450" y="4001"/>
                    <a:pt x="1607" y="4096"/>
                    <a:pt x="1733" y="4096"/>
                  </a:cubicBezTo>
                  <a:cubicBezTo>
                    <a:pt x="1891" y="4096"/>
                    <a:pt x="1985" y="4033"/>
                    <a:pt x="2048" y="3875"/>
                  </a:cubicBezTo>
                  <a:lnTo>
                    <a:pt x="2426" y="2647"/>
                  </a:lnTo>
                  <a:lnTo>
                    <a:pt x="3182" y="2647"/>
                  </a:lnTo>
                  <a:cubicBezTo>
                    <a:pt x="4128" y="2647"/>
                    <a:pt x="2710" y="630"/>
                    <a:pt x="204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3691850" y="3726625"/>
              <a:ext cx="89800" cy="89050"/>
            </a:xfrm>
            <a:custGeom>
              <a:rect b="b" l="l" r="r" t="t"/>
              <a:pathLst>
                <a:path extrusionOk="0" h="3562" w="3592">
                  <a:moveTo>
                    <a:pt x="252" y="1"/>
                  </a:moveTo>
                  <a:cubicBezTo>
                    <a:pt x="284" y="410"/>
                    <a:pt x="189" y="883"/>
                    <a:pt x="0" y="1292"/>
                  </a:cubicBezTo>
                  <a:cubicBezTo>
                    <a:pt x="630" y="1922"/>
                    <a:pt x="1134" y="2615"/>
                    <a:pt x="1544" y="3466"/>
                  </a:cubicBezTo>
                  <a:cubicBezTo>
                    <a:pt x="1565" y="3530"/>
                    <a:pt x="1634" y="3562"/>
                    <a:pt x="1715" y="3562"/>
                  </a:cubicBezTo>
                  <a:cubicBezTo>
                    <a:pt x="1874" y="3562"/>
                    <a:pt x="2080" y="3443"/>
                    <a:pt x="2080" y="3214"/>
                  </a:cubicBezTo>
                  <a:lnTo>
                    <a:pt x="2080" y="2458"/>
                  </a:lnTo>
                  <a:lnTo>
                    <a:pt x="3308" y="2080"/>
                  </a:lnTo>
                  <a:cubicBezTo>
                    <a:pt x="3497" y="1985"/>
                    <a:pt x="3592" y="1891"/>
                    <a:pt x="3592" y="1733"/>
                  </a:cubicBezTo>
                  <a:cubicBezTo>
                    <a:pt x="3592" y="1576"/>
                    <a:pt x="3497" y="1450"/>
                    <a:pt x="3340" y="1418"/>
                  </a:cubicBezTo>
                  <a:cubicBezTo>
                    <a:pt x="3182" y="1355"/>
                    <a:pt x="1134" y="568"/>
                    <a:pt x="25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3505175" y="3767575"/>
              <a:ext cx="120525" cy="118175"/>
            </a:xfrm>
            <a:custGeom>
              <a:rect b="b" l="l" r="r" t="t"/>
              <a:pathLst>
                <a:path extrusionOk="0" h="4727" w="4821">
                  <a:moveTo>
                    <a:pt x="3372" y="1"/>
                  </a:moveTo>
                  <a:lnTo>
                    <a:pt x="95" y="3277"/>
                  </a:lnTo>
                  <a:cubicBezTo>
                    <a:pt x="1" y="3435"/>
                    <a:pt x="1" y="3687"/>
                    <a:pt x="158" y="3781"/>
                  </a:cubicBezTo>
                  <a:cubicBezTo>
                    <a:pt x="788" y="4411"/>
                    <a:pt x="1607" y="4727"/>
                    <a:pt x="2458" y="4727"/>
                  </a:cubicBezTo>
                  <a:cubicBezTo>
                    <a:pt x="2584" y="4727"/>
                    <a:pt x="2679" y="4695"/>
                    <a:pt x="2742" y="4632"/>
                  </a:cubicBezTo>
                  <a:lnTo>
                    <a:pt x="4821" y="1986"/>
                  </a:lnTo>
                  <a:cubicBezTo>
                    <a:pt x="4254" y="851"/>
                    <a:pt x="3718" y="442"/>
                    <a:pt x="337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3631200" y="3591950"/>
              <a:ext cx="104000" cy="84300"/>
            </a:xfrm>
            <a:custGeom>
              <a:rect b="b" l="l" r="r" t="t"/>
              <a:pathLst>
                <a:path extrusionOk="0" h="3372" w="4160">
                  <a:moveTo>
                    <a:pt x="2836" y="0"/>
                  </a:moveTo>
                  <a:cubicBezTo>
                    <a:pt x="2678" y="0"/>
                    <a:pt x="2584" y="32"/>
                    <a:pt x="2521" y="95"/>
                  </a:cubicBezTo>
                  <a:lnTo>
                    <a:pt x="0" y="3245"/>
                  </a:lnTo>
                  <a:cubicBezTo>
                    <a:pt x="90" y="3238"/>
                    <a:pt x="181" y="3234"/>
                    <a:pt x="272" y="3234"/>
                  </a:cubicBezTo>
                  <a:cubicBezTo>
                    <a:pt x="568" y="3234"/>
                    <a:pt x="870" y="3275"/>
                    <a:pt x="1135" y="3371"/>
                  </a:cubicBezTo>
                  <a:cubicBezTo>
                    <a:pt x="1324" y="3119"/>
                    <a:pt x="3939" y="567"/>
                    <a:pt x="4159" y="347"/>
                  </a:cubicBezTo>
                  <a:cubicBezTo>
                    <a:pt x="3718" y="158"/>
                    <a:pt x="3308" y="0"/>
                    <a:pt x="283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3497300" y="3721900"/>
              <a:ext cx="84300" cy="107150"/>
            </a:xfrm>
            <a:custGeom>
              <a:rect b="b" l="l" r="r" t="t"/>
              <a:pathLst>
                <a:path extrusionOk="0" h="4286" w="3372">
                  <a:moveTo>
                    <a:pt x="3246" y="1"/>
                  </a:moveTo>
                  <a:lnTo>
                    <a:pt x="95" y="2552"/>
                  </a:lnTo>
                  <a:cubicBezTo>
                    <a:pt x="32" y="2615"/>
                    <a:pt x="1" y="2710"/>
                    <a:pt x="1" y="2836"/>
                  </a:cubicBezTo>
                  <a:cubicBezTo>
                    <a:pt x="1" y="3340"/>
                    <a:pt x="95" y="3844"/>
                    <a:pt x="347" y="4285"/>
                  </a:cubicBezTo>
                  <a:lnTo>
                    <a:pt x="3372" y="1261"/>
                  </a:lnTo>
                  <a:cubicBezTo>
                    <a:pt x="3214" y="851"/>
                    <a:pt x="3183" y="410"/>
                    <a:pt x="324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3" name="Google Shape;1043;p34"/>
          <p:cNvGrpSpPr/>
          <p:nvPr/>
        </p:nvGrpSpPr>
        <p:grpSpPr>
          <a:xfrm>
            <a:off x="6358184" y="4468595"/>
            <a:ext cx="349133" cy="349163"/>
            <a:chOff x="3497300" y="3955025"/>
            <a:chExt cx="295375" cy="295400"/>
          </a:xfrm>
        </p:grpSpPr>
        <p:sp>
          <p:nvSpPr>
            <p:cNvPr id="1044" name="Google Shape;1044;p34"/>
            <p:cNvSpPr/>
            <p:nvPr/>
          </p:nvSpPr>
          <p:spPr>
            <a:xfrm>
              <a:off x="3660350" y="4035375"/>
              <a:ext cx="132325" cy="155175"/>
            </a:xfrm>
            <a:custGeom>
              <a:rect b="b" l="l" r="r" t="t"/>
              <a:pathLst>
                <a:path extrusionOk="0" h="6207" w="5293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3653250" y="3955025"/>
              <a:ext cx="114225" cy="133150"/>
            </a:xfrm>
            <a:custGeom>
              <a:rect b="b" l="l" r="r" t="t"/>
              <a:pathLst>
                <a:path extrusionOk="0" h="5326" w="4569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3497300" y="3955025"/>
              <a:ext cx="256000" cy="295400"/>
            </a:xfrm>
            <a:custGeom>
              <a:rect b="b" l="l" r="r" t="t"/>
              <a:pathLst>
                <a:path extrusionOk="0" h="11816" w="1024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7" name="Google Shape;1047;p34"/>
          <p:cNvGrpSpPr/>
          <p:nvPr/>
        </p:nvGrpSpPr>
        <p:grpSpPr>
          <a:xfrm>
            <a:off x="8582756" y="3544786"/>
            <a:ext cx="327739" cy="348631"/>
            <a:chOff x="5364750" y="3235150"/>
            <a:chExt cx="277275" cy="294950"/>
          </a:xfrm>
        </p:grpSpPr>
        <p:sp>
          <p:nvSpPr>
            <p:cNvPr id="1048" name="Google Shape;1048;p34"/>
            <p:cNvSpPr/>
            <p:nvPr/>
          </p:nvSpPr>
          <p:spPr>
            <a:xfrm>
              <a:off x="5502600" y="3235150"/>
              <a:ext cx="17350" cy="44125"/>
            </a:xfrm>
            <a:custGeom>
              <a:rect b="b" l="l" r="r" t="t"/>
              <a:pathLst>
                <a:path extrusionOk="0" h="1765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5555375" y="3253850"/>
              <a:ext cx="35450" cy="34100"/>
            </a:xfrm>
            <a:custGeom>
              <a:rect b="b" l="l" r="r" t="t"/>
              <a:pathLst>
                <a:path extrusionOk="0" h="1364" w="1418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5606550" y="3357225"/>
              <a:ext cx="35475" cy="18150"/>
            </a:xfrm>
            <a:custGeom>
              <a:rect b="b" l="l" r="r" t="t"/>
              <a:pathLst>
                <a:path extrusionOk="0" h="726" w="1419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5364750" y="335722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5433275" y="3253850"/>
              <a:ext cx="35475" cy="34100"/>
            </a:xfrm>
            <a:custGeom>
              <a:rect b="b" l="l" r="r" t="t"/>
              <a:pathLst>
                <a:path extrusionOk="0" h="1364" w="1419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5380500" y="3287775"/>
              <a:ext cx="37050" cy="25975"/>
            </a:xfrm>
            <a:custGeom>
              <a:rect b="b" l="l" r="r" t="t"/>
              <a:pathLst>
                <a:path extrusionOk="0" h="1039" w="1482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5588450" y="3288075"/>
              <a:ext cx="37025" cy="26800"/>
            </a:xfrm>
            <a:custGeom>
              <a:rect b="b" l="l" r="r" t="t"/>
              <a:pathLst>
                <a:path extrusionOk="0" h="1072" w="1481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5412025" y="3286350"/>
              <a:ext cx="177225" cy="243750"/>
            </a:xfrm>
            <a:custGeom>
              <a:rect b="b" l="l" r="r" t="t"/>
              <a:pathLst>
                <a:path extrusionOk="0" h="9750" w="7089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6" name="Google Shape;1056;p34"/>
          <p:cNvGrpSpPr/>
          <p:nvPr/>
        </p:nvGrpSpPr>
        <p:grpSpPr>
          <a:xfrm>
            <a:off x="8571113" y="3991122"/>
            <a:ext cx="351024" cy="351941"/>
            <a:chOff x="5355300" y="3598250"/>
            <a:chExt cx="296975" cy="297750"/>
          </a:xfrm>
        </p:grpSpPr>
        <p:sp>
          <p:nvSpPr>
            <p:cNvPr id="1057" name="Google Shape;1057;p34"/>
            <p:cNvSpPr/>
            <p:nvPr/>
          </p:nvSpPr>
          <p:spPr>
            <a:xfrm>
              <a:off x="5355300" y="3703000"/>
              <a:ext cx="35475" cy="191425"/>
            </a:xfrm>
            <a:custGeom>
              <a:rect b="b" l="l" r="r" t="t"/>
              <a:pathLst>
                <a:path extrusionOk="0" h="7657" w="1419">
                  <a:moveTo>
                    <a:pt x="410" y="0"/>
                  </a:moveTo>
                  <a:cubicBezTo>
                    <a:pt x="221" y="0"/>
                    <a:pt x="64" y="158"/>
                    <a:pt x="64" y="347"/>
                  </a:cubicBezTo>
                  <a:cubicBezTo>
                    <a:pt x="1" y="2867"/>
                    <a:pt x="1" y="4789"/>
                    <a:pt x="1" y="7310"/>
                  </a:cubicBezTo>
                  <a:cubicBezTo>
                    <a:pt x="1" y="7530"/>
                    <a:pt x="158" y="7656"/>
                    <a:pt x="379" y="7656"/>
                  </a:cubicBezTo>
                  <a:cubicBezTo>
                    <a:pt x="568" y="7656"/>
                    <a:pt x="725" y="7530"/>
                    <a:pt x="725" y="7310"/>
                  </a:cubicBezTo>
                  <a:lnTo>
                    <a:pt x="725" y="1355"/>
                  </a:lnTo>
                  <a:lnTo>
                    <a:pt x="1418" y="1355"/>
                  </a:lnTo>
                  <a:lnTo>
                    <a:pt x="1418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5389175" y="3773100"/>
              <a:ext cx="122900" cy="122900"/>
            </a:xfrm>
            <a:custGeom>
              <a:rect b="b" l="l" r="r" t="t"/>
              <a:pathLst>
                <a:path extrusionOk="0" h="4916" w="4916">
                  <a:moveTo>
                    <a:pt x="2080" y="0"/>
                  </a:moveTo>
                  <a:lnTo>
                    <a:pt x="2080" y="693"/>
                  </a:lnTo>
                  <a:lnTo>
                    <a:pt x="1733" y="693"/>
                  </a:lnTo>
                  <a:cubicBezTo>
                    <a:pt x="788" y="693"/>
                    <a:pt x="0" y="1481"/>
                    <a:pt x="0" y="2458"/>
                  </a:cubicBezTo>
                  <a:cubicBezTo>
                    <a:pt x="0" y="2678"/>
                    <a:pt x="158" y="2836"/>
                    <a:pt x="347" y="2836"/>
                  </a:cubicBezTo>
                  <a:lnTo>
                    <a:pt x="2080" y="2836"/>
                  </a:lnTo>
                  <a:lnTo>
                    <a:pt x="2080" y="3529"/>
                  </a:lnTo>
                  <a:lnTo>
                    <a:pt x="1072" y="3529"/>
                  </a:lnTo>
                  <a:cubicBezTo>
                    <a:pt x="473" y="3529"/>
                    <a:pt x="32" y="4001"/>
                    <a:pt x="32" y="4569"/>
                  </a:cubicBezTo>
                  <a:cubicBezTo>
                    <a:pt x="32" y="4758"/>
                    <a:pt x="189" y="4915"/>
                    <a:pt x="410" y="4915"/>
                  </a:cubicBezTo>
                  <a:cubicBezTo>
                    <a:pt x="599" y="4915"/>
                    <a:pt x="757" y="4758"/>
                    <a:pt x="757" y="4569"/>
                  </a:cubicBezTo>
                  <a:cubicBezTo>
                    <a:pt x="757" y="4348"/>
                    <a:pt x="914" y="4190"/>
                    <a:pt x="1103" y="4190"/>
                  </a:cubicBezTo>
                  <a:lnTo>
                    <a:pt x="2143" y="4190"/>
                  </a:lnTo>
                  <a:lnTo>
                    <a:pt x="2143" y="4569"/>
                  </a:lnTo>
                  <a:cubicBezTo>
                    <a:pt x="2143" y="4758"/>
                    <a:pt x="2300" y="4915"/>
                    <a:pt x="2489" y="4915"/>
                  </a:cubicBezTo>
                  <a:cubicBezTo>
                    <a:pt x="2678" y="4915"/>
                    <a:pt x="2836" y="4758"/>
                    <a:pt x="2836" y="4569"/>
                  </a:cubicBezTo>
                  <a:lnTo>
                    <a:pt x="2836" y="4190"/>
                  </a:lnTo>
                  <a:lnTo>
                    <a:pt x="3876" y="4190"/>
                  </a:lnTo>
                  <a:cubicBezTo>
                    <a:pt x="4065" y="4190"/>
                    <a:pt x="4222" y="4348"/>
                    <a:pt x="4222" y="4569"/>
                  </a:cubicBezTo>
                  <a:cubicBezTo>
                    <a:pt x="4222" y="4758"/>
                    <a:pt x="4380" y="4915"/>
                    <a:pt x="4569" y="4915"/>
                  </a:cubicBezTo>
                  <a:cubicBezTo>
                    <a:pt x="4758" y="4915"/>
                    <a:pt x="4915" y="4758"/>
                    <a:pt x="4915" y="4569"/>
                  </a:cubicBezTo>
                  <a:cubicBezTo>
                    <a:pt x="4915" y="3970"/>
                    <a:pt x="4443" y="3529"/>
                    <a:pt x="3907" y="3529"/>
                  </a:cubicBezTo>
                  <a:lnTo>
                    <a:pt x="2867" y="3529"/>
                  </a:lnTo>
                  <a:lnTo>
                    <a:pt x="2867" y="2836"/>
                  </a:lnTo>
                  <a:lnTo>
                    <a:pt x="4537" y="2836"/>
                  </a:lnTo>
                  <a:lnTo>
                    <a:pt x="4537" y="2773"/>
                  </a:lnTo>
                  <a:cubicBezTo>
                    <a:pt x="4726" y="2773"/>
                    <a:pt x="4884" y="2615"/>
                    <a:pt x="4884" y="2426"/>
                  </a:cubicBezTo>
                  <a:cubicBezTo>
                    <a:pt x="4884" y="1481"/>
                    <a:pt x="4096" y="662"/>
                    <a:pt x="3151" y="662"/>
                  </a:cubicBezTo>
                  <a:lnTo>
                    <a:pt x="2804" y="662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5527800" y="3598250"/>
              <a:ext cx="105550" cy="35450"/>
            </a:xfrm>
            <a:custGeom>
              <a:rect b="b" l="l" r="r" t="t"/>
              <a:pathLst>
                <a:path extrusionOk="0" h="1418" w="4222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cubicBezTo>
                    <a:pt x="63" y="1103"/>
                    <a:pt x="378" y="1418"/>
                    <a:pt x="725" y="1418"/>
                  </a:cubicBezTo>
                  <a:lnTo>
                    <a:pt x="3875" y="1418"/>
                  </a:lnTo>
                  <a:cubicBezTo>
                    <a:pt x="4064" y="1418"/>
                    <a:pt x="4222" y="1260"/>
                    <a:pt x="4222" y="1071"/>
                  </a:cubicBezTo>
                  <a:lnTo>
                    <a:pt x="4222" y="378"/>
                  </a:lnTo>
                  <a:cubicBezTo>
                    <a:pt x="4222" y="158"/>
                    <a:pt x="4064" y="0"/>
                    <a:pt x="387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5545900" y="3651800"/>
              <a:ext cx="104800" cy="35475"/>
            </a:xfrm>
            <a:custGeom>
              <a:rect b="b" l="l" r="r" t="t"/>
              <a:pathLst>
                <a:path extrusionOk="0" h="1419" w="4192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3845" y="1418"/>
                  </a:lnTo>
                  <a:cubicBezTo>
                    <a:pt x="4065" y="1418"/>
                    <a:pt x="4191" y="1261"/>
                    <a:pt x="4191" y="1072"/>
                  </a:cubicBezTo>
                  <a:lnTo>
                    <a:pt x="4191" y="347"/>
                  </a:lnTo>
                  <a:cubicBezTo>
                    <a:pt x="4191" y="158"/>
                    <a:pt x="4065" y="1"/>
                    <a:pt x="384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5529375" y="3754975"/>
              <a:ext cx="122100" cy="35475"/>
            </a:xfrm>
            <a:custGeom>
              <a:rect b="b" l="l" r="r" t="t"/>
              <a:pathLst>
                <a:path extrusionOk="0" h="1419" w="4884">
                  <a:moveTo>
                    <a:pt x="0" y="1"/>
                  </a:moveTo>
                  <a:lnTo>
                    <a:pt x="0" y="1418"/>
                  </a:lnTo>
                  <a:lnTo>
                    <a:pt x="4884" y="1418"/>
                  </a:lnTo>
                  <a:lnTo>
                    <a:pt x="4884" y="1"/>
                  </a:lnTo>
                  <a:lnTo>
                    <a:pt x="2773" y="1"/>
                  </a:lnTo>
                  <a:lnTo>
                    <a:pt x="2773" y="347"/>
                  </a:lnTo>
                  <a:cubicBezTo>
                    <a:pt x="2773" y="568"/>
                    <a:pt x="2615" y="725"/>
                    <a:pt x="2426" y="725"/>
                  </a:cubicBezTo>
                  <a:cubicBezTo>
                    <a:pt x="2237" y="725"/>
                    <a:pt x="2080" y="568"/>
                    <a:pt x="2080" y="347"/>
                  </a:cubicBezTo>
                  <a:lnTo>
                    <a:pt x="2080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5511250" y="3703000"/>
              <a:ext cx="140225" cy="33900"/>
            </a:xfrm>
            <a:custGeom>
              <a:rect b="b" l="l" r="r" t="t"/>
              <a:pathLst>
                <a:path extrusionOk="0" h="1356" w="5609">
                  <a:moveTo>
                    <a:pt x="1" y="0"/>
                  </a:moveTo>
                  <a:lnTo>
                    <a:pt x="1" y="1355"/>
                  </a:lnTo>
                  <a:lnTo>
                    <a:pt x="5609" y="1355"/>
                  </a:lnTo>
                  <a:lnTo>
                    <a:pt x="5609" y="347"/>
                  </a:lnTo>
                  <a:cubicBezTo>
                    <a:pt x="5577" y="158"/>
                    <a:pt x="5451" y="0"/>
                    <a:pt x="523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5529375" y="3808550"/>
              <a:ext cx="122900" cy="87450"/>
            </a:xfrm>
            <a:custGeom>
              <a:rect b="b" l="l" r="r" t="t"/>
              <a:pathLst>
                <a:path extrusionOk="0" h="3498" w="4916">
                  <a:moveTo>
                    <a:pt x="0" y="0"/>
                  </a:moveTo>
                  <a:lnTo>
                    <a:pt x="0" y="3151"/>
                  </a:lnTo>
                  <a:cubicBezTo>
                    <a:pt x="0" y="3340"/>
                    <a:pt x="158" y="3497"/>
                    <a:pt x="347" y="3497"/>
                  </a:cubicBezTo>
                  <a:cubicBezTo>
                    <a:pt x="536" y="3497"/>
                    <a:pt x="693" y="3340"/>
                    <a:pt x="693" y="3151"/>
                  </a:cubicBezTo>
                  <a:lnTo>
                    <a:pt x="693" y="1418"/>
                  </a:lnTo>
                  <a:lnTo>
                    <a:pt x="4190" y="1418"/>
                  </a:lnTo>
                  <a:lnTo>
                    <a:pt x="4190" y="3151"/>
                  </a:lnTo>
                  <a:cubicBezTo>
                    <a:pt x="4190" y="3340"/>
                    <a:pt x="4348" y="3497"/>
                    <a:pt x="4569" y="3497"/>
                  </a:cubicBezTo>
                  <a:cubicBezTo>
                    <a:pt x="4758" y="3497"/>
                    <a:pt x="4915" y="3340"/>
                    <a:pt x="4915" y="3151"/>
                  </a:cubicBezTo>
                  <a:lnTo>
                    <a:pt x="4915" y="0"/>
                  </a:lnTo>
                  <a:lnTo>
                    <a:pt x="2773" y="0"/>
                  </a:lnTo>
                  <a:lnTo>
                    <a:pt x="2773" y="347"/>
                  </a:lnTo>
                  <a:cubicBezTo>
                    <a:pt x="2773" y="536"/>
                    <a:pt x="2615" y="693"/>
                    <a:pt x="2426" y="693"/>
                  </a:cubicBezTo>
                  <a:cubicBezTo>
                    <a:pt x="2237" y="693"/>
                    <a:pt x="2080" y="536"/>
                    <a:pt x="2080" y="347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5408075" y="3651025"/>
              <a:ext cx="86675" cy="103975"/>
            </a:xfrm>
            <a:custGeom>
              <a:rect b="b" l="l" r="r" t="t"/>
              <a:pathLst>
                <a:path extrusionOk="0" h="4159" w="3467">
                  <a:moveTo>
                    <a:pt x="1733" y="0"/>
                  </a:moveTo>
                  <a:cubicBezTo>
                    <a:pt x="788" y="0"/>
                    <a:pt x="1" y="788"/>
                    <a:pt x="1" y="1733"/>
                  </a:cubicBezTo>
                  <a:lnTo>
                    <a:pt x="1" y="3812"/>
                  </a:lnTo>
                  <a:cubicBezTo>
                    <a:pt x="1" y="4001"/>
                    <a:pt x="158" y="4159"/>
                    <a:pt x="347" y="4159"/>
                  </a:cubicBezTo>
                  <a:lnTo>
                    <a:pt x="3120" y="4159"/>
                  </a:lnTo>
                  <a:cubicBezTo>
                    <a:pt x="3309" y="4159"/>
                    <a:pt x="3466" y="4001"/>
                    <a:pt x="3466" y="3812"/>
                  </a:cubicBez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5" name="Google Shape;1065;p34"/>
          <p:cNvGrpSpPr/>
          <p:nvPr/>
        </p:nvGrpSpPr>
        <p:grpSpPr>
          <a:xfrm>
            <a:off x="8575309" y="4530044"/>
            <a:ext cx="342632" cy="226264"/>
            <a:chOff x="5358450" y="4015675"/>
            <a:chExt cx="289875" cy="191425"/>
          </a:xfrm>
        </p:grpSpPr>
        <p:sp>
          <p:nvSpPr>
            <p:cNvPr id="1066" name="Google Shape;1066;p34"/>
            <p:cNvSpPr/>
            <p:nvPr/>
          </p:nvSpPr>
          <p:spPr>
            <a:xfrm>
              <a:off x="5358450" y="4015675"/>
              <a:ext cx="289875" cy="89025"/>
            </a:xfrm>
            <a:custGeom>
              <a:rect b="b" l="l" r="r" t="t"/>
              <a:pathLst>
                <a:path extrusionOk="0" h="3561" w="11595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5494725" y="41015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5460050" y="4077125"/>
              <a:ext cx="86675" cy="78000"/>
            </a:xfrm>
            <a:custGeom>
              <a:rect b="b" l="l" r="r" t="t"/>
              <a:pathLst>
                <a:path extrusionOk="0" h="3120" w="3467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5362400" y="4084200"/>
              <a:ext cx="282000" cy="122900"/>
            </a:xfrm>
            <a:custGeom>
              <a:rect b="b" l="l" r="r" t="t"/>
              <a:pathLst>
                <a:path extrusionOk="0" h="4916" w="1128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0" name="Google Shape;1070;p34"/>
          <p:cNvGrpSpPr/>
          <p:nvPr/>
        </p:nvGrpSpPr>
        <p:grpSpPr>
          <a:xfrm>
            <a:off x="7701792" y="4912575"/>
            <a:ext cx="351024" cy="325464"/>
            <a:chOff x="6543825" y="3202075"/>
            <a:chExt cx="296975" cy="275350"/>
          </a:xfrm>
        </p:grpSpPr>
        <p:sp>
          <p:nvSpPr>
            <p:cNvPr id="1071" name="Google Shape;1071;p34"/>
            <p:cNvSpPr/>
            <p:nvPr/>
          </p:nvSpPr>
          <p:spPr>
            <a:xfrm>
              <a:off x="6683250" y="3202075"/>
              <a:ext cx="17350" cy="43350"/>
            </a:xfrm>
            <a:custGeom>
              <a:rect b="b" l="l" r="r" t="t"/>
              <a:pathLst>
                <a:path extrusionOk="0" h="173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6613925" y="3236125"/>
              <a:ext cx="35475" cy="34700"/>
            </a:xfrm>
            <a:custGeom>
              <a:rect b="b" l="l" r="r" t="t"/>
              <a:pathLst>
                <a:path extrusionOk="0" h="1388" w="1419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6734425" y="3236425"/>
              <a:ext cx="35475" cy="34400"/>
            </a:xfrm>
            <a:custGeom>
              <a:rect b="b" l="l" r="r" t="t"/>
              <a:pathLst>
                <a:path extrusionOk="0" h="1376" w="1419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6805325" y="3322575"/>
              <a:ext cx="35475" cy="121325"/>
            </a:xfrm>
            <a:custGeom>
              <a:rect b="b" l="l" r="r" t="t"/>
              <a:pathLst>
                <a:path extrusionOk="0" h="4853" w="1419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6543825" y="3323275"/>
              <a:ext cx="35475" cy="121400"/>
            </a:xfrm>
            <a:custGeom>
              <a:rect b="b" l="l" r="r" t="t"/>
              <a:pathLst>
                <a:path extrusionOk="0" h="4856" w="1419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6643075" y="3332025"/>
              <a:ext cx="143375" cy="104000"/>
            </a:xfrm>
            <a:custGeom>
              <a:rect b="b" l="l" r="r" t="t"/>
              <a:pathLst>
                <a:path extrusionOk="0" h="4160" w="5735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6595025" y="3288700"/>
              <a:ext cx="175675" cy="188725"/>
            </a:xfrm>
            <a:custGeom>
              <a:rect b="b" l="l" r="r" t="t"/>
              <a:pathLst>
                <a:path extrusionOk="0" h="7549" w="7027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8" name="Google Shape;1078;p34"/>
          <p:cNvGrpSpPr/>
          <p:nvPr/>
        </p:nvGrpSpPr>
        <p:grpSpPr>
          <a:xfrm>
            <a:off x="8108773" y="2192323"/>
            <a:ext cx="350079" cy="350079"/>
            <a:chOff x="2037825" y="3254050"/>
            <a:chExt cx="296175" cy="296175"/>
          </a:xfrm>
        </p:grpSpPr>
        <p:sp>
          <p:nvSpPr>
            <p:cNvPr id="1079" name="Google Shape;1079;p34"/>
            <p:cNvSpPr/>
            <p:nvPr/>
          </p:nvSpPr>
          <p:spPr>
            <a:xfrm>
              <a:off x="2063825" y="3254050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2178025" y="3289500"/>
              <a:ext cx="104000" cy="67950"/>
            </a:xfrm>
            <a:custGeom>
              <a:rect b="b" l="l" r="r" t="t"/>
              <a:pathLst>
                <a:path extrusionOk="0" h="2718" w="416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2070125" y="3444225"/>
              <a:ext cx="106350" cy="69075"/>
            </a:xfrm>
            <a:custGeom>
              <a:rect b="b" l="l" r="r" t="t"/>
              <a:pathLst>
                <a:path extrusionOk="0" h="2763" w="4254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2219775" y="3375350"/>
              <a:ext cx="89025" cy="85875"/>
            </a:xfrm>
            <a:custGeom>
              <a:rect b="b" l="l" r="r" t="t"/>
              <a:pathLst>
                <a:path extrusionOk="0" h="3435" w="3561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2037825" y="3339125"/>
              <a:ext cx="138650" cy="88225"/>
            </a:xfrm>
            <a:custGeom>
              <a:rect b="b" l="l" r="r" t="t"/>
              <a:pathLst>
                <a:path extrusionOk="0" h="3529" w="5546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2193775" y="3460400"/>
              <a:ext cx="140225" cy="89825"/>
            </a:xfrm>
            <a:custGeom>
              <a:rect b="b" l="l" r="r" t="t"/>
              <a:pathLst>
                <a:path extrusionOk="0" h="3593" w="5609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5" name="Google Shape;1085;p34"/>
          <p:cNvGrpSpPr/>
          <p:nvPr/>
        </p:nvGrpSpPr>
        <p:grpSpPr>
          <a:xfrm>
            <a:off x="8106911" y="2633490"/>
            <a:ext cx="353802" cy="348926"/>
            <a:chOff x="2034675" y="3617925"/>
            <a:chExt cx="299325" cy="295200"/>
          </a:xfrm>
        </p:grpSpPr>
        <p:sp>
          <p:nvSpPr>
            <p:cNvPr id="1086" name="Google Shape;1086;p34"/>
            <p:cNvSpPr/>
            <p:nvPr/>
          </p:nvSpPr>
          <p:spPr>
            <a:xfrm>
              <a:off x="2195350" y="3721900"/>
              <a:ext cx="69350" cy="33900"/>
            </a:xfrm>
            <a:custGeom>
              <a:rect b="b" l="l" r="r" t="t"/>
              <a:pathLst>
                <a:path extrusionOk="0" h="1356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lnTo>
                    <a:pt x="2773" y="1355"/>
                  </a:ln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2211900" y="3669125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725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1103"/>
                    <a:pt x="315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2125250" y="3617925"/>
              <a:ext cx="208750" cy="208750"/>
            </a:xfrm>
            <a:custGeom>
              <a:rect b="b" l="l" r="r" t="t"/>
              <a:pathLst>
                <a:path extrusionOk="0" h="8350" w="8350">
                  <a:moveTo>
                    <a:pt x="4128" y="1387"/>
                  </a:moveTo>
                  <a:cubicBezTo>
                    <a:pt x="4884" y="1387"/>
                    <a:pt x="5514" y="2017"/>
                    <a:pt x="5514" y="2773"/>
                  </a:cubicBezTo>
                  <a:cubicBezTo>
                    <a:pt x="5514" y="3120"/>
                    <a:pt x="5357" y="3466"/>
                    <a:pt x="5136" y="3718"/>
                  </a:cubicBezTo>
                  <a:cubicBezTo>
                    <a:pt x="5766" y="4065"/>
                    <a:pt x="6176" y="4727"/>
                    <a:pt x="6176" y="5514"/>
                  </a:cubicBezTo>
                  <a:lnTo>
                    <a:pt x="6176" y="5892"/>
                  </a:lnTo>
                  <a:lnTo>
                    <a:pt x="6270" y="5892"/>
                  </a:lnTo>
                  <a:cubicBezTo>
                    <a:pt x="6270" y="6081"/>
                    <a:pt x="6113" y="6239"/>
                    <a:pt x="5924" y="6239"/>
                  </a:cubicBezTo>
                  <a:lnTo>
                    <a:pt x="2458" y="6239"/>
                  </a:lnTo>
                  <a:cubicBezTo>
                    <a:pt x="2238" y="6239"/>
                    <a:pt x="2080" y="6081"/>
                    <a:pt x="2080" y="5892"/>
                  </a:cubicBezTo>
                  <a:lnTo>
                    <a:pt x="2080" y="5514"/>
                  </a:lnTo>
                  <a:cubicBezTo>
                    <a:pt x="2080" y="4727"/>
                    <a:pt x="2521" y="4065"/>
                    <a:pt x="3151" y="3718"/>
                  </a:cubicBezTo>
                  <a:cubicBezTo>
                    <a:pt x="2931" y="3466"/>
                    <a:pt x="2773" y="3120"/>
                    <a:pt x="2773" y="2773"/>
                  </a:cubicBezTo>
                  <a:cubicBezTo>
                    <a:pt x="2773" y="2017"/>
                    <a:pt x="3403" y="1387"/>
                    <a:pt x="4128" y="1387"/>
                  </a:cubicBezTo>
                  <a:close/>
                  <a:moveTo>
                    <a:pt x="4191" y="1"/>
                  </a:moveTo>
                  <a:cubicBezTo>
                    <a:pt x="1891" y="1"/>
                    <a:pt x="1" y="1860"/>
                    <a:pt x="1" y="4191"/>
                  </a:cubicBezTo>
                  <a:cubicBezTo>
                    <a:pt x="1" y="6522"/>
                    <a:pt x="1860" y="8350"/>
                    <a:pt x="4191" y="8350"/>
                  </a:cubicBezTo>
                  <a:cubicBezTo>
                    <a:pt x="6459" y="8350"/>
                    <a:pt x="8350" y="6522"/>
                    <a:pt x="8350" y="4191"/>
                  </a:cubicBezTo>
                  <a:cubicBezTo>
                    <a:pt x="8350" y="1860"/>
                    <a:pt x="6459" y="1"/>
                    <a:pt x="419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2107150" y="3771525"/>
              <a:ext cx="73275" cy="72475"/>
            </a:xfrm>
            <a:custGeom>
              <a:rect b="b" l="l" r="r" t="t"/>
              <a:pathLst>
                <a:path extrusionOk="0" h="2899" w="2931">
                  <a:moveTo>
                    <a:pt x="504" y="0"/>
                  </a:moveTo>
                  <a:lnTo>
                    <a:pt x="378" y="126"/>
                  </a:lnTo>
                  <a:cubicBezTo>
                    <a:pt x="0" y="536"/>
                    <a:pt x="0" y="1198"/>
                    <a:pt x="378" y="1576"/>
                  </a:cubicBezTo>
                  <a:lnTo>
                    <a:pt x="1355" y="2584"/>
                  </a:lnTo>
                  <a:cubicBezTo>
                    <a:pt x="1576" y="2773"/>
                    <a:pt x="1828" y="2899"/>
                    <a:pt x="2111" y="2899"/>
                  </a:cubicBezTo>
                  <a:cubicBezTo>
                    <a:pt x="2395" y="2899"/>
                    <a:pt x="2678" y="2773"/>
                    <a:pt x="2867" y="2584"/>
                  </a:cubicBezTo>
                  <a:lnTo>
                    <a:pt x="2930" y="2458"/>
                  </a:lnTo>
                  <a:cubicBezTo>
                    <a:pt x="1828" y="1985"/>
                    <a:pt x="977" y="1071"/>
                    <a:pt x="50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2034675" y="3816425"/>
              <a:ext cx="100050" cy="96700"/>
            </a:xfrm>
            <a:custGeom>
              <a:rect b="b" l="l" r="r" t="t"/>
              <a:pathLst>
                <a:path extrusionOk="0" h="3868" w="4002">
                  <a:moveTo>
                    <a:pt x="2521" y="0"/>
                  </a:moveTo>
                  <a:lnTo>
                    <a:pt x="410" y="2111"/>
                  </a:lnTo>
                  <a:cubicBezTo>
                    <a:pt x="1" y="2520"/>
                    <a:pt x="1" y="3182"/>
                    <a:pt x="410" y="3560"/>
                  </a:cubicBezTo>
                  <a:cubicBezTo>
                    <a:pt x="599" y="3765"/>
                    <a:pt x="867" y="3867"/>
                    <a:pt x="1135" y="3867"/>
                  </a:cubicBezTo>
                  <a:cubicBezTo>
                    <a:pt x="1403" y="3867"/>
                    <a:pt x="1671" y="3765"/>
                    <a:pt x="1860" y="3560"/>
                  </a:cubicBezTo>
                  <a:lnTo>
                    <a:pt x="4002" y="1449"/>
                  </a:lnTo>
                  <a:cubicBezTo>
                    <a:pt x="3907" y="1418"/>
                    <a:pt x="3844" y="1323"/>
                    <a:pt x="3750" y="1260"/>
                  </a:cubicBezTo>
                  <a:lnTo>
                    <a:pt x="2773" y="252"/>
                  </a:lnTo>
                  <a:cubicBezTo>
                    <a:pt x="2679" y="189"/>
                    <a:pt x="2616" y="95"/>
                    <a:pt x="252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1" name="Google Shape;1091;p34"/>
          <p:cNvGrpSpPr/>
          <p:nvPr/>
        </p:nvGrpSpPr>
        <p:grpSpPr>
          <a:xfrm>
            <a:off x="8108773" y="3079867"/>
            <a:ext cx="350079" cy="349133"/>
            <a:chOff x="2037825" y="3981825"/>
            <a:chExt cx="296175" cy="295375"/>
          </a:xfrm>
        </p:grpSpPr>
        <p:sp>
          <p:nvSpPr>
            <p:cNvPr id="1092" name="Google Shape;1092;p34"/>
            <p:cNvSpPr/>
            <p:nvPr/>
          </p:nvSpPr>
          <p:spPr>
            <a:xfrm>
              <a:off x="2072500" y="4085775"/>
              <a:ext cx="88225" cy="86675"/>
            </a:xfrm>
            <a:custGeom>
              <a:rect b="b" l="l" r="r" t="t"/>
              <a:pathLst>
                <a:path extrusionOk="0" h="3467" w="3529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2176450" y="3981825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2037825" y="4168475"/>
              <a:ext cx="157550" cy="108725"/>
            </a:xfrm>
            <a:custGeom>
              <a:rect b="b" l="l" r="r" t="t"/>
              <a:pathLst>
                <a:path extrusionOk="0" h="4349" w="6302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5" name="Google Shape;1095;p34"/>
          <p:cNvGrpSpPr/>
          <p:nvPr/>
        </p:nvGrpSpPr>
        <p:grpSpPr>
          <a:xfrm>
            <a:off x="6793791" y="3576183"/>
            <a:ext cx="350079" cy="285837"/>
            <a:chOff x="3860400" y="3254050"/>
            <a:chExt cx="296175" cy="241825"/>
          </a:xfrm>
        </p:grpSpPr>
        <p:sp>
          <p:nvSpPr>
            <p:cNvPr id="1096" name="Google Shape;1096;p34"/>
            <p:cNvSpPr/>
            <p:nvPr/>
          </p:nvSpPr>
          <p:spPr>
            <a:xfrm>
              <a:off x="4112425" y="3358025"/>
              <a:ext cx="44150" cy="18125"/>
            </a:xfrm>
            <a:custGeom>
              <a:rect b="b" l="l" r="r" t="t"/>
              <a:pathLst>
                <a:path extrusionOk="0" h="725" w="1766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4102200" y="3393475"/>
              <a:ext cx="37050" cy="33875"/>
            </a:xfrm>
            <a:custGeom>
              <a:rect b="b" l="l" r="r" t="t"/>
              <a:pathLst>
                <a:path extrusionOk="0" h="1355" w="1482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4103775" y="3306025"/>
              <a:ext cx="35475" cy="34500"/>
            </a:xfrm>
            <a:custGeom>
              <a:rect b="b" l="l" r="r" t="t"/>
              <a:pathLst>
                <a:path extrusionOk="0" h="1380" w="1419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3860400" y="3306025"/>
              <a:ext cx="105550" cy="104800"/>
            </a:xfrm>
            <a:custGeom>
              <a:rect b="b" l="l" r="r" t="t"/>
              <a:pathLst>
                <a:path extrusionOk="0" h="4192" w="4222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4050225" y="3254050"/>
              <a:ext cx="35450" cy="208750"/>
            </a:xfrm>
            <a:custGeom>
              <a:rect b="b" l="l" r="r" t="t"/>
              <a:pathLst>
                <a:path extrusionOk="0" h="8350" w="1418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912375" y="3426550"/>
              <a:ext cx="51225" cy="69325"/>
            </a:xfrm>
            <a:custGeom>
              <a:rect b="b" l="l" r="r" t="t"/>
              <a:pathLst>
                <a:path extrusionOk="0" h="2773" w="2049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3982475" y="3275325"/>
              <a:ext cx="52000" cy="163850"/>
            </a:xfrm>
            <a:custGeom>
              <a:rect b="b" l="l" r="r" t="t"/>
              <a:pathLst>
                <a:path extrusionOk="0" h="6554" w="208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3" name="Google Shape;1103;p34"/>
          <p:cNvGrpSpPr/>
          <p:nvPr/>
        </p:nvGrpSpPr>
        <p:grpSpPr>
          <a:xfrm>
            <a:off x="6793318" y="3992053"/>
            <a:ext cx="351024" cy="350079"/>
            <a:chOff x="3859600" y="3591950"/>
            <a:chExt cx="296975" cy="296175"/>
          </a:xfrm>
        </p:grpSpPr>
        <p:sp>
          <p:nvSpPr>
            <p:cNvPr id="1104" name="Google Shape;1104;p34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" name="Google Shape;1107;p34"/>
          <p:cNvGrpSpPr/>
          <p:nvPr/>
        </p:nvGrpSpPr>
        <p:grpSpPr>
          <a:xfrm>
            <a:off x="6793791" y="4468137"/>
            <a:ext cx="350079" cy="350079"/>
            <a:chOff x="3860400" y="3955025"/>
            <a:chExt cx="296175" cy="296175"/>
          </a:xfrm>
        </p:grpSpPr>
        <p:sp>
          <p:nvSpPr>
            <p:cNvPr id="1108" name="Google Shape;1108;p34"/>
            <p:cNvSpPr/>
            <p:nvPr/>
          </p:nvSpPr>
          <p:spPr>
            <a:xfrm>
              <a:off x="3973825" y="3955025"/>
              <a:ext cx="68525" cy="68550"/>
            </a:xfrm>
            <a:custGeom>
              <a:rect b="b" l="l" r="r" t="t"/>
              <a:pathLst>
                <a:path extrusionOk="0" h="2742" w="2741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2"/>
                    <a:pt x="630" y="2742"/>
                    <a:pt x="1355" y="2742"/>
                  </a:cubicBezTo>
                  <a:cubicBezTo>
                    <a:pt x="2111" y="2742"/>
                    <a:pt x="2741" y="2112"/>
                    <a:pt x="2741" y="1387"/>
                  </a:cubicBezTo>
                  <a:cubicBezTo>
                    <a:pt x="2741" y="631"/>
                    <a:pt x="2142" y="1"/>
                    <a:pt x="1355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947025" y="40219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1"/>
                  </a:moveTo>
                  <a:cubicBezTo>
                    <a:pt x="316" y="442"/>
                    <a:pt x="1" y="1104"/>
                    <a:pt x="1" y="1797"/>
                  </a:cubicBezTo>
                  <a:lnTo>
                    <a:pt x="1" y="2521"/>
                  </a:lnTo>
                  <a:cubicBezTo>
                    <a:pt x="1" y="2710"/>
                    <a:pt x="158" y="2868"/>
                    <a:pt x="347" y="2868"/>
                  </a:cubicBezTo>
                  <a:lnTo>
                    <a:pt x="4506" y="2868"/>
                  </a:lnTo>
                  <a:cubicBezTo>
                    <a:pt x="4727" y="2868"/>
                    <a:pt x="4884" y="2710"/>
                    <a:pt x="4884" y="2521"/>
                  </a:cubicBezTo>
                  <a:lnTo>
                    <a:pt x="4884" y="1860"/>
                  </a:lnTo>
                  <a:cubicBezTo>
                    <a:pt x="4884" y="1135"/>
                    <a:pt x="4569" y="473"/>
                    <a:pt x="4034" y="32"/>
                  </a:cubicBezTo>
                  <a:cubicBezTo>
                    <a:pt x="3655" y="473"/>
                    <a:pt x="3120" y="788"/>
                    <a:pt x="2427" y="788"/>
                  </a:cubicBezTo>
                  <a:cubicBezTo>
                    <a:pt x="1797" y="788"/>
                    <a:pt x="1198" y="473"/>
                    <a:pt x="820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4086450" y="4145650"/>
              <a:ext cx="70125" cy="104775"/>
            </a:xfrm>
            <a:custGeom>
              <a:rect b="b" l="l" r="r" t="t"/>
              <a:pathLst>
                <a:path extrusionOk="0" h="4191" w="2805">
                  <a:moveTo>
                    <a:pt x="0" y="0"/>
                  </a:moveTo>
                  <a:lnTo>
                    <a:pt x="0" y="4190"/>
                  </a:lnTo>
                  <a:lnTo>
                    <a:pt x="2458" y="4190"/>
                  </a:lnTo>
                  <a:cubicBezTo>
                    <a:pt x="2647" y="4190"/>
                    <a:pt x="2804" y="4033"/>
                    <a:pt x="2804" y="3844"/>
                  </a:cubicBezTo>
                  <a:lnTo>
                    <a:pt x="2804" y="315"/>
                  </a:lnTo>
                  <a:cubicBezTo>
                    <a:pt x="2773" y="158"/>
                    <a:pt x="2647" y="0"/>
                    <a:pt x="245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860400" y="4180300"/>
              <a:ext cx="70125" cy="70125"/>
            </a:xfrm>
            <a:custGeom>
              <a:rect b="b" l="l" r="r" t="t"/>
              <a:pathLst>
                <a:path extrusionOk="0" h="2805" w="2805">
                  <a:moveTo>
                    <a:pt x="347" y="0"/>
                  </a:moveTo>
                  <a:cubicBezTo>
                    <a:pt x="158" y="0"/>
                    <a:pt x="0" y="189"/>
                    <a:pt x="0" y="347"/>
                  </a:cubicBezTo>
                  <a:lnTo>
                    <a:pt x="0" y="2458"/>
                  </a:lnTo>
                  <a:cubicBezTo>
                    <a:pt x="0" y="2678"/>
                    <a:pt x="158" y="2804"/>
                    <a:pt x="347" y="2804"/>
                  </a:cubicBezTo>
                  <a:lnTo>
                    <a:pt x="2804" y="2804"/>
                  </a:lnTo>
                  <a:lnTo>
                    <a:pt x="2804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947025" y="4111775"/>
              <a:ext cx="122125" cy="139425"/>
            </a:xfrm>
            <a:custGeom>
              <a:rect b="b" l="l" r="r" t="t"/>
              <a:pathLst>
                <a:path extrusionOk="0" h="5577" w="4885">
                  <a:moveTo>
                    <a:pt x="2466" y="1377"/>
                  </a:moveTo>
                  <a:cubicBezTo>
                    <a:pt x="2522" y="1377"/>
                    <a:pt x="2582" y="1392"/>
                    <a:pt x="2647" y="1418"/>
                  </a:cubicBezTo>
                  <a:cubicBezTo>
                    <a:pt x="2742" y="1450"/>
                    <a:pt x="2836" y="1607"/>
                    <a:pt x="2836" y="1733"/>
                  </a:cubicBezTo>
                  <a:lnTo>
                    <a:pt x="2836" y="3497"/>
                  </a:lnTo>
                  <a:lnTo>
                    <a:pt x="3183" y="3497"/>
                  </a:lnTo>
                  <a:cubicBezTo>
                    <a:pt x="3372" y="3497"/>
                    <a:pt x="3529" y="3655"/>
                    <a:pt x="3529" y="3844"/>
                  </a:cubicBezTo>
                  <a:cubicBezTo>
                    <a:pt x="3529" y="4033"/>
                    <a:pt x="3340" y="4159"/>
                    <a:pt x="3151" y="4159"/>
                  </a:cubicBezTo>
                  <a:lnTo>
                    <a:pt x="1765" y="4159"/>
                  </a:lnTo>
                  <a:cubicBezTo>
                    <a:pt x="1576" y="4159"/>
                    <a:pt x="1419" y="4002"/>
                    <a:pt x="1419" y="3812"/>
                  </a:cubicBezTo>
                  <a:cubicBezTo>
                    <a:pt x="1419" y="3623"/>
                    <a:pt x="1576" y="3466"/>
                    <a:pt x="1765" y="3466"/>
                  </a:cubicBezTo>
                  <a:lnTo>
                    <a:pt x="2112" y="3466"/>
                  </a:lnTo>
                  <a:lnTo>
                    <a:pt x="2112" y="2552"/>
                  </a:lnTo>
                  <a:lnTo>
                    <a:pt x="1986" y="2678"/>
                  </a:lnTo>
                  <a:cubicBezTo>
                    <a:pt x="1938" y="2726"/>
                    <a:pt x="1852" y="2749"/>
                    <a:pt x="1765" y="2749"/>
                  </a:cubicBezTo>
                  <a:cubicBezTo>
                    <a:pt x="1679" y="2749"/>
                    <a:pt x="1592" y="2726"/>
                    <a:pt x="1545" y="2678"/>
                  </a:cubicBezTo>
                  <a:cubicBezTo>
                    <a:pt x="1419" y="2552"/>
                    <a:pt x="1419" y="2300"/>
                    <a:pt x="1545" y="2206"/>
                  </a:cubicBezTo>
                  <a:lnTo>
                    <a:pt x="2238" y="1481"/>
                  </a:lnTo>
                  <a:cubicBezTo>
                    <a:pt x="2312" y="1407"/>
                    <a:pt x="2385" y="1377"/>
                    <a:pt x="2466" y="1377"/>
                  </a:cubicBez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5577"/>
                  </a:lnTo>
                  <a:lnTo>
                    <a:pt x="4853" y="5577"/>
                  </a:lnTo>
                  <a:cubicBezTo>
                    <a:pt x="4884" y="3245"/>
                    <a:pt x="4884" y="2678"/>
                    <a:pt x="4884" y="347"/>
                  </a:cubicBezTo>
                  <a:cubicBezTo>
                    <a:pt x="4884" y="158"/>
                    <a:pt x="4727" y="0"/>
                    <a:pt x="453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3" name="Google Shape;1113;p34"/>
          <p:cNvGrpSpPr/>
          <p:nvPr/>
        </p:nvGrpSpPr>
        <p:grpSpPr>
          <a:xfrm>
            <a:off x="9009006" y="3544535"/>
            <a:ext cx="355664" cy="349133"/>
            <a:chOff x="5716825" y="3235950"/>
            <a:chExt cx="300900" cy="295375"/>
          </a:xfrm>
        </p:grpSpPr>
        <p:sp>
          <p:nvSpPr>
            <p:cNvPr id="1114" name="Google Shape;1114;p34"/>
            <p:cNvSpPr/>
            <p:nvPr/>
          </p:nvSpPr>
          <p:spPr>
            <a:xfrm>
              <a:off x="5716825" y="3309975"/>
              <a:ext cx="137075" cy="146525"/>
            </a:xfrm>
            <a:custGeom>
              <a:rect b="b" l="l" r="r" t="t"/>
              <a:pathLst>
                <a:path extrusionOk="0" h="5861" w="5483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5794025" y="3235950"/>
              <a:ext cx="145725" cy="133900"/>
            </a:xfrm>
            <a:custGeom>
              <a:rect b="b" l="l" r="r" t="t"/>
              <a:pathLst>
                <a:path extrusionOk="0" h="5356" w="5829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5880650" y="3309975"/>
              <a:ext cx="137075" cy="145725"/>
            </a:xfrm>
            <a:custGeom>
              <a:rect b="b" l="l" r="r" t="t"/>
              <a:pathLst>
                <a:path extrusionOk="0" h="5829" w="5483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5794025" y="3396625"/>
              <a:ext cx="147300" cy="134700"/>
            </a:xfrm>
            <a:custGeom>
              <a:rect b="b" l="l" r="r" t="t"/>
              <a:pathLst>
                <a:path extrusionOk="0" h="5388" w="5892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8" name="Google Shape;1118;p34"/>
          <p:cNvGrpSpPr/>
          <p:nvPr/>
        </p:nvGrpSpPr>
        <p:grpSpPr>
          <a:xfrm>
            <a:off x="9022038" y="4003223"/>
            <a:ext cx="329601" cy="327739"/>
            <a:chOff x="5727850" y="3609275"/>
            <a:chExt cx="278850" cy="277275"/>
          </a:xfrm>
        </p:grpSpPr>
        <p:sp>
          <p:nvSpPr>
            <p:cNvPr id="1119" name="Google Shape;1119;p34"/>
            <p:cNvSpPr/>
            <p:nvPr/>
          </p:nvSpPr>
          <p:spPr>
            <a:xfrm>
              <a:off x="5884600" y="3765225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6" y="662"/>
                  </a:moveTo>
                  <a:cubicBezTo>
                    <a:pt x="2646" y="662"/>
                    <a:pt x="2804" y="819"/>
                    <a:pt x="2804" y="1008"/>
                  </a:cubicBezTo>
                  <a:cubicBezTo>
                    <a:pt x="2804" y="1197"/>
                    <a:pt x="2646" y="1355"/>
                    <a:pt x="2426" y="1355"/>
                  </a:cubicBezTo>
                  <a:cubicBezTo>
                    <a:pt x="2237" y="1355"/>
                    <a:pt x="2079" y="1197"/>
                    <a:pt x="2079" y="1008"/>
                  </a:cubicBezTo>
                  <a:cubicBezTo>
                    <a:pt x="2079" y="819"/>
                    <a:pt x="2237" y="662"/>
                    <a:pt x="2426" y="662"/>
                  </a:cubicBezTo>
                  <a:close/>
                  <a:moveTo>
                    <a:pt x="2426" y="1670"/>
                  </a:moveTo>
                  <a:cubicBezTo>
                    <a:pt x="2646" y="1670"/>
                    <a:pt x="2804" y="1828"/>
                    <a:pt x="2804" y="2048"/>
                  </a:cubicBezTo>
                  <a:lnTo>
                    <a:pt x="2804" y="3781"/>
                  </a:lnTo>
                  <a:cubicBezTo>
                    <a:pt x="2804" y="3970"/>
                    <a:pt x="2646" y="4127"/>
                    <a:pt x="2426" y="4127"/>
                  </a:cubicBezTo>
                  <a:cubicBezTo>
                    <a:pt x="2237" y="4127"/>
                    <a:pt x="2079" y="3970"/>
                    <a:pt x="2079" y="3781"/>
                  </a:cubicBezTo>
                  <a:lnTo>
                    <a:pt x="2079" y="2048"/>
                  </a:lnTo>
                  <a:cubicBezTo>
                    <a:pt x="2079" y="1828"/>
                    <a:pt x="2237" y="1670"/>
                    <a:pt x="2426" y="1670"/>
                  </a:cubicBezTo>
                  <a:close/>
                  <a:moveTo>
                    <a:pt x="2426" y="0"/>
                  </a:moveTo>
                  <a:cubicBezTo>
                    <a:pt x="1103" y="0"/>
                    <a:pt x="0" y="1103"/>
                    <a:pt x="0" y="2426"/>
                  </a:cubicBezTo>
                  <a:cubicBezTo>
                    <a:pt x="0" y="3749"/>
                    <a:pt x="1103" y="4852"/>
                    <a:pt x="2426" y="4852"/>
                  </a:cubicBezTo>
                  <a:cubicBezTo>
                    <a:pt x="3781" y="4852"/>
                    <a:pt x="4883" y="3749"/>
                    <a:pt x="4883" y="2426"/>
                  </a:cubicBezTo>
                  <a:cubicBezTo>
                    <a:pt x="4883" y="1040"/>
                    <a:pt x="3781" y="0"/>
                    <a:pt x="2426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5727850" y="3669125"/>
              <a:ext cx="35475" cy="216625"/>
            </a:xfrm>
            <a:custGeom>
              <a:rect b="b" l="l" r="r" t="t"/>
              <a:pathLst>
                <a:path extrusionOk="0" h="8665" w="1419">
                  <a:moveTo>
                    <a:pt x="32" y="1"/>
                  </a:moveTo>
                  <a:lnTo>
                    <a:pt x="32" y="7310"/>
                  </a:lnTo>
                  <a:cubicBezTo>
                    <a:pt x="1" y="8034"/>
                    <a:pt x="631" y="8665"/>
                    <a:pt x="1418" y="8665"/>
                  </a:cubicBezTo>
                  <a:lnTo>
                    <a:pt x="1418" y="347"/>
                  </a:lnTo>
                  <a:lnTo>
                    <a:pt x="1072" y="347"/>
                  </a:lnTo>
                  <a:cubicBezTo>
                    <a:pt x="662" y="347"/>
                    <a:pt x="316" y="253"/>
                    <a:pt x="3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5779825" y="3677800"/>
              <a:ext cx="174900" cy="207950"/>
            </a:xfrm>
            <a:custGeom>
              <a:rect b="b" l="l" r="r" t="t"/>
              <a:pathLst>
                <a:path extrusionOk="0" h="8318" w="6996">
                  <a:moveTo>
                    <a:pt x="5262" y="693"/>
                  </a:moveTo>
                  <a:cubicBezTo>
                    <a:pt x="5451" y="693"/>
                    <a:pt x="5609" y="851"/>
                    <a:pt x="5609" y="1040"/>
                  </a:cubicBezTo>
                  <a:cubicBezTo>
                    <a:pt x="5609" y="1229"/>
                    <a:pt x="5451" y="1386"/>
                    <a:pt x="5262" y="1386"/>
                  </a:cubicBezTo>
                  <a:lnTo>
                    <a:pt x="1072" y="1386"/>
                  </a:lnTo>
                  <a:cubicBezTo>
                    <a:pt x="883" y="1386"/>
                    <a:pt x="726" y="1229"/>
                    <a:pt x="726" y="1040"/>
                  </a:cubicBezTo>
                  <a:cubicBezTo>
                    <a:pt x="726" y="851"/>
                    <a:pt x="883" y="693"/>
                    <a:pt x="1072" y="693"/>
                  </a:cubicBezTo>
                  <a:close/>
                  <a:moveTo>
                    <a:pt x="5262" y="2080"/>
                  </a:moveTo>
                  <a:cubicBezTo>
                    <a:pt x="5451" y="2080"/>
                    <a:pt x="5609" y="2237"/>
                    <a:pt x="5609" y="2426"/>
                  </a:cubicBezTo>
                  <a:cubicBezTo>
                    <a:pt x="5609" y="2615"/>
                    <a:pt x="5451" y="2773"/>
                    <a:pt x="5262" y="2773"/>
                  </a:cubicBezTo>
                  <a:lnTo>
                    <a:pt x="1072" y="2773"/>
                  </a:lnTo>
                  <a:cubicBezTo>
                    <a:pt x="883" y="2773"/>
                    <a:pt x="726" y="2615"/>
                    <a:pt x="726" y="2426"/>
                  </a:cubicBezTo>
                  <a:cubicBezTo>
                    <a:pt x="726" y="2237"/>
                    <a:pt x="883" y="2080"/>
                    <a:pt x="1072" y="2080"/>
                  </a:cubicBezTo>
                  <a:close/>
                  <a:moveTo>
                    <a:pt x="1" y="0"/>
                  </a:moveTo>
                  <a:lnTo>
                    <a:pt x="1" y="8318"/>
                  </a:lnTo>
                  <a:lnTo>
                    <a:pt x="4695" y="8318"/>
                  </a:lnTo>
                  <a:cubicBezTo>
                    <a:pt x="4002" y="7750"/>
                    <a:pt x="3498" y="6868"/>
                    <a:pt x="3498" y="5892"/>
                  </a:cubicBezTo>
                  <a:cubicBezTo>
                    <a:pt x="3498" y="5766"/>
                    <a:pt x="3561" y="5640"/>
                    <a:pt x="3561" y="5545"/>
                  </a:cubicBezTo>
                  <a:lnTo>
                    <a:pt x="1072" y="5545"/>
                  </a:lnTo>
                  <a:cubicBezTo>
                    <a:pt x="883" y="5545"/>
                    <a:pt x="726" y="5388"/>
                    <a:pt x="726" y="5167"/>
                  </a:cubicBezTo>
                  <a:lnTo>
                    <a:pt x="726" y="3812"/>
                  </a:lnTo>
                  <a:cubicBezTo>
                    <a:pt x="726" y="3592"/>
                    <a:pt x="883" y="3434"/>
                    <a:pt x="1072" y="3434"/>
                  </a:cubicBezTo>
                  <a:lnTo>
                    <a:pt x="4695" y="3434"/>
                  </a:lnTo>
                  <a:cubicBezTo>
                    <a:pt x="5199" y="3056"/>
                    <a:pt x="5861" y="2773"/>
                    <a:pt x="6617" y="2773"/>
                  </a:cubicBezTo>
                  <a:cubicBezTo>
                    <a:pt x="6743" y="2773"/>
                    <a:pt x="6869" y="2804"/>
                    <a:pt x="6995" y="2804"/>
                  </a:cubicBezTo>
                  <a:lnTo>
                    <a:pt x="6995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5815275" y="3781750"/>
              <a:ext cx="66200" cy="17350"/>
            </a:xfrm>
            <a:custGeom>
              <a:rect b="b" l="l" r="r" t="t"/>
              <a:pathLst>
                <a:path extrusionOk="0" h="694" w="2648">
                  <a:moveTo>
                    <a:pt x="1" y="1"/>
                  </a:moveTo>
                  <a:lnTo>
                    <a:pt x="1" y="694"/>
                  </a:lnTo>
                  <a:lnTo>
                    <a:pt x="2301" y="694"/>
                  </a:lnTo>
                  <a:cubicBezTo>
                    <a:pt x="2364" y="473"/>
                    <a:pt x="2490" y="221"/>
                    <a:pt x="2647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5727850" y="3609275"/>
              <a:ext cx="226075" cy="51225"/>
            </a:xfrm>
            <a:custGeom>
              <a:rect b="b" l="l" r="r" t="t"/>
              <a:pathLst>
                <a:path extrusionOk="0" h="2049" w="9043">
                  <a:moveTo>
                    <a:pt x="1072" y="0"/>
                  </a:moveTo>
                  <a:cubicBezTo>
                    <a:pt x="473" y="0"/>
                    <a:pt x="32" y="473"/>
                    <a:pt x="32" y="1040"/>
                  </a:cubicBezTo>
                  <a:cubicBezTo>
                    <a:pt x="1" y="1576"/>
                    <a:pt x="473" y="2048"/>
                    <a:pt x="1072" y="2048"/>
                  </a:cubicBezTo>
                  <a:lnTo>
                    <a:pt x="9043" y="2048"/>
                  </a:lnTo>
                  <a:cubicBezTo>
                    <a:pt x="8475" y="2048"/>
                    <a:pt x="8034" y="1576"/>
                    <a:pt x="8034" y="1040"/>
                  </a:cubicBezTo>
                  <a:cubicBezTo>
                    <a:pt x="8034" y="441"/>
                    <a:pt x="8507" y="0"/>
                    <a:pt x="904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4" name="Google Shape;1124;p34"/>
          <p:cNvGrpSpPr/>
          <p:nvPr/>
        </p:nvGrpSpPr>
        <p:grpSpPr>
          <a:xfrm>
            <a:off x="9033222" y="4468610"/>
            <a:ext cx="307231" cy="349133"/>
            <a:chOff x="5736525" y="3963700"/>
            <a:chExt cx="259925" cy="295375"/>
          </a:xfrm>
        </p:grpSpPr>
        <p:sp>
          <p:nvSpPr>
            <p:cNvPr id="1125" name="Google Shape;1125;p34"/>
            <p:cNvSpPr/>
            <p:nvPr/>
          </p:nvSpPr>
          <p:spPr>
            <a:xfrm>
              <a:off x="5736525" y="4153525"/>
              <a:ext cx="121300" cy="105550"/>
            </a:xfrm>
            <a:custGeom>
              <a:rect b="b" l="l" r="r" t="t"/>
              <a:pathLst>
                <a:path extrusionOk="0" h="4222" w="4852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5833400" y="4168475"/>
              <a:ext cx="66975" cy="33900"/>
            </a:xfrm>
            <a:custGeom>
              <a:rect b="b" l="l" r="r" t="t"/>
              <a:pathLst>
                <a:path extrusionOk="0" h="1356" w="2679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5875925" y="4153525"/>
              <a:ext cx="120525" cy="105550"/>
            </a:xfrm>
            <a:custGeom>
              <a:rect b="b" l="l" r="r" t="t"/>
              <a:pathLst>
                <a:path extrusionOk="0" h="4222" w="4821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5754625" y="3963700"/>
              <a:ext cx="224500" cy="154400"/>
            </a:xfrm>
            <a:custGeom>
              <a:rect b="b" l="l" r="r" t="t"/>
              <a:pathLst>
                <a:path extrusionOk="0" h="6176" w="898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5806625" y="3998350"/>
              <a:ext cx="69325" cy="52025"/>
            </a:xfrm>
            <a:custGeom>
              <a:rect b="b" l="l" r="r" t="t"/>
              <a:pathLst>
                <a:path extrusionOk="0" h="2081" w="2773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5893250" y="3999150"/>
              <a:ext cx="34675" cy="51225"/>
            </a:xfrm>
            <a:custGeom>
              <a:rect b="b" l="l" r="r" t="t"/>
              <a:pathLst>
                <a:path extrusionOk="0" h="2049" w="1387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5806625" y="4049550"/>
              <a:ext cx="121300" cy="104000"/>
            </a:xfrm>
            <a:custGeom>
              <a:rect b="b" l="l" r="r" t="t"/>
              <a:pathLst>
                <a:path extrusionOk="0" h="4160" w="4852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2" name="Google Shape;1132;p34"/>
          <p:cNvGrpSpPr/>
          <p:nvPr/>
        </p:nvGrpSpPr>
        <p:grpSpPr>
          <a:xfrm>
            <a:off x="8124802" y="4917936"/>
            <a:ext cx="351024" cy="350079"/>
            <a:chOff x="6553275" y="3604550"/>
            <a:chExt cx="296975" cy="296175"/>
          </a:xfrm>
        </p:grpSpPr>
        <p:sp>
          <p:nvSpPr>
            <p:cNvPr id="1133" name="Google Shape;1133;p34"/>
            <p:cNvSpPr/>
            <p:nvPr/>
          </p:nvSpPr>
          <p:spPr>
            <a:xfrm>
              <a:off x="6657250" y="3604550"/>
              <a:ext cx="86650" cy="86650"/>
            </a:xfrm>
            <a:custGeom>
              <a:rect b="b" l="l" r="r" t="t"/>
              <a:pathLst>
                <a:path extrusionOk="0" h="3466" w="3466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678" y="3466"/>
                    <a:pt x="3466" y="2678"/>
                    <a:pt x="3466" y="1733"/>
                  </a:cubicBez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6553275" y="3777825"/>
              <a:ext cx="296975" cy="122900"/>
            </a:xfrm>
            <a:custGeom>
              <a:rect b="b" l="l" r="r" t="t"/>
              <a:pathLst>
                <a:path extrusionOk="0" h="4916" w="11879">
                  <a:moveTo>
                    <a:pt x="694" y="0"/>
                  </a:moveTo>
                  <a:cubicBezTo>
                    <a:pt x="316" y="0"/>
                    <a:pt x="1" y="315"/>
                    <a:pt x="1" y="693"/>
                  </a:cubicBezTo>
                  <a:cubicBezTo>
                    <a:pt x="1" y="1103"/>
                    <a:pt x="316" y="1418"/>
                    <a:pt x="694" y="1418"/>
                  </a:cubicBezTo>
                  <a:lnTo>
                    <a:pt x="694" y="4569"/>
                  </a:lnTo>
                  <a:cubicBezTo>
                    <a:pt x="694" y="4758"/>
                    <a:pt x="851" y="4915"/>
                    <a:pt x="1040" y="4915"/>
                  </a:cubicBezTo>
                  <a:lnTo>
                    <a:pt x="10807" y="4915"/>
                  </a:lnTo>
                  <a:cubicBezTo>
                    <a:pt x="11028" y="4915"/>
                    <a:pt x="11185" y="4758"/>
                    <a:pt x="11185" y="4569"/>
                  </a:cubicBezTo>
                  <a:lnTo>
                    <a:pt x="11185" y="1418"/>
                  </a:lnTo>
                  <a:cubicBezTo>
                    <a:pt x="11563" y="1418"/>
                    <a:pt x="11878" y="1103"/>
                    <a:pt x="11878" y="693"/>
                  </a:cubicBezTo>
                  <a:cubicBezTo>
                    <a:pt x="11815" y="315"/>
                    <a:pt x="11500" y="0"/>
                    <a:pt x="11122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6755700" y="3640000"/>
              <a:ext cx="74850" cy="121300"/>
            </a:xfrm>
            <a:custGeom>
              <a:rect b="b" l="l" r="r" t="t"/>
              <a:pathLst>
                <a:path extrusionOk="0" h="4852" w="2994">
                  <a:moveTo>
                    <a:pt x="190" y="0"/>
                  </a:moveTo>
                  <a:cubicBezTo>
                    <a:pt x="190" y="126"/>
                    <a:pt x="253" y="221"/>
                    <a:pt x="253" y="347"/>
                  </a:cubicBezTo>
                  <a:cubicBezTo>
                    <a:pt x="253" y="693"/>
                    <a:pt x="158" y="1071"/>
                    <a:pt x="1" y="1386"/>
                  </a:cubicBezTo>
                  <a:cubicBezTo>
                    <a:pt x="977" y="2079"/>
                    <a:pt x="1607" y="3182"/>
                    <a:pt x="1607" y="4474"/>
                  </a:cubicBezTo>
                  <a:lnTo>
                    <a:pt x="1607" y="4852"/>
                  </a:lnTo>
                  <a:lnTo>
                    <a:pt x="2994" y="4852"/>
                  </a:lnTo>
                  <a:lnTo>
                    <a:pt x="2489" y="756"/>
                  </a:lnTo>
                  <a:cubicBezTo>
                    <a:pt x="2363" y="315"/>
                    <a:pt x="1922" y="0"/>
                    <a:pt x="14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6570600" y="3640000"/>
              <a:ext cx="74850" cy="121300"/>
            </a:xfrm>
            <a:custGeom>
              <a:rect b="b" l="l" r="r" t="t"/>
              <a:pathLst>
                <a:path extrusionOk="0" h="4852" w="2994">
                  <a:moveTo>
                    <a:pt x="1545" y="0"/>
                  </a:moveTo>
                  <a:cubicBezTo>
                    <a:pt x="1072" y="0"/>
                    <a:pt x="663" y="315"/>
                    <a:pt x="505" y="788"/>
                  </a:cubicBezTo>
                  <a:lnTo>
                    <a:pt x="1" y="4852"/>
                  </a:lnTo>
                  <a:lnTo>
                    <a:pt x="1356" y="4852"/>
                  </a:lnTo>
                  <a:lnTo>
                    <a:pt x="1356" y="4474"/>
                  </a:lnTo>
                  <a:lnTo>
                    <a:pt x="1387" y="4474"/>
                  </a:lnTo>
                  <a:cubicBezTo>
                    <a:pt x="1387" y="3182"/>
                    <a:pt x="2017" y="2048"/>
                    <a:pt x="2994" y="1386"/>
                  </a:cubicBezTo>
                  <a:cubicBezTo>
                    <a:pt x="2836" y="1071"/>
                    <a:pt x="2773" y="693"/>
                    <a:pt x="2773" y="347"/>
                  </a:cubicBezTo>
                  <a:cubicBezTo>
                    <a:pt x="2773" y="221"/>
                    <a:pt x="2773" y="95"/>
                    <a:pt x="2805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6707650" y="3688025"/>
              <a:ext cx="70925" cy="70925"/>
            </a:xfrm>
            <a:custGeom>
              <a:rect b="b" l="l" r="r" t="t"/>
              <a:pathLst>
                <a:path extrusionOk="0" h="2837" w="2837">
                  <a:moveTo>
                    <a:pt x="1482" y="1"/>
                  </a:moveTo>
                  <a:cubicBezTo>
                    <a:pt x="1450" y="32"/>
                    <a:pt x="1418" y="64"/>
                    <a:pt x="1324" y="127"/>
                  </a:cubicBezTo>
                  <a:cubicBezTo>
                    <a:pt x="1324" y="190"/>
                    <a:pt x="1292" y="253"/>
                    <a:pt x="1261" y="284"/>
                  </a:cubicBezTo>
                  <a:lnTo>
                    <a:pt x="1" y="1923"/>
                  </a:lnTo>
                  <a:lnTo>
                    <a:pt x="1" y="2836"/>
                  </a:lnTo>
                  <a:lnTo>
                    <a:pt x="2742" y="2836"/>
                  </a:lnTo>
                  <a:lnTo>
                    <a:pt x="2742" y="2553"/>
                  </a:lnTo>
                  <a:lnTo>
                    <a:pt x="2836" y="2553"/>
                  </a:lnTo>
                  <a:cubicBezTo>
                    <a:pt x="2836" y="1513"/>
                    <a:pt x="2332" y="599"/>
                    <a:pt x="1482" y="1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6621025" y="3688825"/>
              <a:ext cx="70900" cy="73275"/>
            </a:xfrm>
            <a:custGeom>
              <a:rect b="b" l="l" r="r" t="t"/>
              <a:pathLst>
                <a:path extrusionOk="0" h="2931" w="2836">
                  <a:moveTo>
                    <a:pt x="1323" y="0"/>
                  </a:moveTo>
                  <a:cubicBezTo>
                    <a:pt x="536" y="567"/>
                    <a:pt x="0" y="1513"/>
                    <a:pt x="0" y="2584"/>
                  </a:cubicBezTo>
                  <a:lnTo>
                    <a:pt x="0" y="2930"/>
                  </a:lnTo>
                  <a:lnTo>
                    <a:pt x="2741" y="2930"/>
                  </a:lnTo>
                  <a:lnTo>
                    <a:pt x="2741" y="1922"/>
                  </a:lnTo>
                  <a:lnTo>
                    <a:pt x="2836" y="1922"/>
                  </a:lnTo>
                  <a:lnTo>
                    <a:pt x="1575" y="284"/>
                  </a:lnTo>
                  <a:cubicBezTo>
                    <a:pt x="1512" y="252"/>
                    <a:pt x="1512" y="158"/>
                    <a:pt x="1481" y="126"/>
                  </a:cubicBezTo>
                  <a:cubicBezTo>
                    <a:pt x="1449" y="95"/>
                    <a:pt x="1355" y="63"/>
                    <a:pt x="132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9" name="Google Shape;113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171" y="4925550"/>
            <a:ext cx="470623" cy="47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1535" y="4977780"/>
            <a:ext cx="351188" cy="351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